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0"/>
  </p:notesMasterIdLst>
  <p:sldIdLst>
    <p:sldId id="256" r:id="rId2"/>
    <p:sldId id="258" r:id="rId3"/>
    <p:sldId id="276" r:id="rId4"/>
    <p:sldId id="274" r:id="rId5"/>
    <p:sldId id="262" r:id="rId6"/>
    <p:sldId id="268" r:id="rId7"/>
    <p:sldId id="272" r:id="rId8"/>
    <p:sldId id="282" r:id="rId9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11"/>
    </p:embeddedFont>
    <p:embeddedFont>
      <p:font typeface="Montserrat Black" panose="00000A00000000000000" pitchFamily="2" charset="0"/>
      <p:bold r:id="rId12"/>
      <p:boldItalic r:id="rId13"/>
    </p:embeddedFont>
    <p:embeddedFont>
      <p:font typeface="Montserrat SemiBold" panose="000007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38"/>
    <a:srgbClr val="EE1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CFD15D-E88B-4081-8BF9-79CE429C1E3E}">
  <a:tblStyle styleId="{DDCFD15D-E88B-4081-8BF9-79CE429C1E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5" autoAdjust="0"/>
  </p:normalViewPr>
  <p:slideViewPr>
    <p:cSldViewPr snapToGrid="0">
      <p:cViewPr varScale="1">
        <p:scale>
          <a:sx n="104" d="100"/>
          <a:sy n="104" d="100"/>
        </p:scale>
        <p:origin x="39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29cc6a40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29cc6a40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3d90d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3d90d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129f9abfda1_0_1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129f9abfda1_0_1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29f9abfda1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29f9abfda1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Fluxul</a:t>
            </a:r>
            <a:r>
              <a:rPr lang="en-US" dirty="0"/>
              <a:t> de </a:t>
            </a:r>
            <a:r>
              <a:rPr lang="en-US" dirty="0" err="1"/>
              <a:t>Preprocesare</a:t>
            </a:r>
            <a:r>
              <a:rPr lang="en-US" dirty="0"/>
              <a:t> (NLP):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Tokenizare</a:t>
            </a:r>
            <a:r>
              <a:rPr lang="en-US" dirty="0"/>
              <a:t>: </a:t>
            </a:r>
            <a:r>
              <a:rPr lang="en-US" dirty="0" err="1"/>
              <a:t>Împărțirea</a:t>
            </a:r>
            <a:r>
              <a:rPr lang="en-US" dirty="0"/>
              <a:t> </a:t>
            </a:r>
            <a:r>
              <a:rPr lang="en-US" dirty="0" err="1"/>
              <a:t>textului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Eliminarea</a:t>
            </a:r>
            <a:r>
              <a:rPr lang="en-US" dirty="0"/>
              <a:t> </a:t>
            </a:r>
            <a:r>
              <a:rPr lang="en-US" dirty="0" err="1"/>
              <a:t>diacriticelor</a:t>
            </a:r>
            <a:r>
              <a:rPr lang="en-US" dirty="0"/>
              <a:t>: </a:t>
            </a:r>
            <a:r>
              <a:rPr lang="en-US" dirty="0" err="1"/>
              <a:t>Esențial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variațiile</a:t>
            </a:r>
            <a:r>
              <a:rPr lang="en-US" dirty="0"/>
              <a:t> de </a:t>
            </a:r>
            <a:r>
              <a:rPr lang="en-US" dirty="0" err="1"/>
              <a:t>scriere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română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Normalizare</a:t>
            </a:r>
            <a:r>
              <a:rPr lang="en-US" dirty="0"/>
              <a:t>: </a:t>
            </a:r>
            <a:r>
              <a:rPr lang="en-US" dirty="0" err="1"/>
              <a:t>Transformare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litere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(lowercase).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Vectorizare</a:t>
            </a:r>
            <a:r>
              <a:rPr lang="en-US" dirty="0"/>
              <a:t>: </a:t>
            </a:r>
            <a:r>
              <a:rPr lang="en-US" dirty="0" err="1"/>
              <a:t>Transformarea</a:t>
            </a:r>
            <a:r>
              <a:rPr lang="en-US" dirty="0"/>
              <a:t> </a:t>
            </a:r>
            <a:r>
              <a:rPr lang="en-US" dirty="0" err="1"/>
              <a:t>textului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numerice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algoritm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29f9abfda1_0_1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29f9abfda1_0_1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29f9abfda1_0_3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29f9abfda1_0_3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129f9abfda1_0_3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129f9abfda1_0_3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11c313ebd1b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11c313ebd1b_0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46">
            <a:off x="742369" y="3877613"/>
            <a:ext cx="3776700" cy="42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76200" dir="84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839288"/>
            <a:ext cx="4137600" cy="289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6"/>
          <p:cNvGrpSpPr/>
          <p:nvPr/>
        </p:nvGrpSpPr>
        <p:grpSpPr>
          <a:xfrm>
            <a:off x="8532669" y="0"/>
            <a:ext cx="611344" cy="5143500"/>
            <a:chOff x="8532669" y="0"/>
            <a:chExt cx="611344" cy="5143500"/>
          </a:xfrm>
        </p:grpSpPr>
        <p:sp>
          <p:nvSpPr>
            <p:cNvPr id="39" name="Google Shape;39;p6"/>
            <p:cNvSpPr/>
            <p:nvPr/>
          </p:nvSpPr>
          <p:spPr>
            <a:xfrm>
              <a:off x="8851513" y="0"/>
              <a:ext cx="2925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40;p6"/>
            <p:cNvGrpSpPr/>
            <p:nvPr/>
          </p:nvGrpSpPr>
          <p:grpSpPr>
            <a:xfrm>
              <a:off x="8532669" y="234698"/>
              <a:ext cx="537891" cy="533107"/>
              <a:chOff x="5754378" y="3518898"/>
              <a:chExt cx="537891" cy="533107"/>
            </a:xfrm>
          </p:grpSpPr>
          <p:sp>
            <p:nvSpPr>
              <p:cNvPr id="41" name="Google Shape;41;p6"/>
              <p:cNvSpPr/>
              <p:nvPr/>
            </p:nvSpPr>
            <p:spPr>
              <a:xfrm>
                <a:off x="5775296" y="3534987"/>
                <a:ext cx="516974" cy="517017"/>
              </a:xfrm>
              <a:custGeom>
                <a:avLst/>
                <a:gdLst/>
                <a:ahLst/>
                <a:cxnLst/>
                <a:rect l="l" t="t" r="r" b="b"/>
                <a:pathLst>
                  <a:path w="11826" h="11827" extrusionOk="0">
                    <a:moveTo>
                      <a:pt x="5913" y="0"/>
                    </a:moveTo>
                    <a:cubicBezTo>
                      <a:pt x="2648" y="0"/>
                      <a:pt x="1" y="2647"/>
                      <a:pt x="1" y="5913"/>
                    </a:cubicBezTo>
                    <a:cubicBezTo>
                      <a:pt x="1" y="9179"/>
                      <a:pt x="2648" y="11826"/>
                      <a:pt x="5913" y="11826"/>
                    </a:cubicBezTo>
                    <a:cubicBezTo>
                      <a:pt x="9178" y="11826"/>
                      <a:pt x="11826" y="9179"/>
                      <a:pt x="11826" y="5913"/>
                    </a:cubicBezTo>
                    <a:cubicBezTo>
                      <a:pt x="11826" y="2647"/>
                      <a:pt x="9178" y="0"/>
                      <a:pt x="59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6"/>
              <p:cNvSpPr/>
              <p:nvPr/>
            </p:nvSpPr>
            <p:spPr>
              <a:xfrm>
                <a:off x="5754378" y="3518898"/>
                <a:ext cx="516974" cy="517017"/>
              </a:xfrm>
              <a:custGeom>
                <a:avLst/>
                <a:gdLst/>
                <a:ahLst/>
                <a:cxnLst/>
                <a:rect l="l" t="t" r="r" b="b"/>
                <a:pathLst>
                  <a:path w="11826" h="11827" extrusionOk="0">
                    <a:moveTo>
                      <a:pt x="5913" y="0"/>
                    </a:moveTo>
                    <a:cubicBezTo>
                      <a:pt x="2648" y="0"/>
                      <a:pt x="1" y="2647"/>
                      <a:pt x="1" y="5913"/>
                    </a:cubicBezTo>
                    <a:cubicBezTo>
                      <a:pt x="1" y="9179"/>
                      <a:pt x="2648" y="11826"/>
                      <a:pt x="5913" y="11826"/>
                    </a:cubicBezTo>
                    <a:cubicBezTo>
                      <a:pt x="9178" y="11826"/>
                      <a:pt x="11826" y="9179"/>
                      <a:pt x="11826" y="5913"/>
                    </a:cubicBezTo>
                    <a:cubicBezTo>
                      <a:pt x="11826" y="2647"/>
                      <a:pt x="9178" y="0"/>
                      <a:pt x="59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6"/>
              <p:cNvSpPr/>
              <p:nvPr/>
            </p:nvSpPr>
            <p:spPr>
              <a:xfrm>
                <a:off x="5903795" y="3670370"/>
                <a:ext cx="237241" cy="202051"/>
              </a:xfrm>
              <a:custGeom>
                <a:avLst/>
                <a:gdLst/>
                <a:ahLst/>
                <a:cxnLst/>
                <a:rect l="l" t="t" r="r" b="b"/>
                <a:pathLst>
                  <a:path w="5427" h="4622" extrusionOk="0">
                    <a:moveTo>
                      <a:pt x="4414" y="1"/>
                    </a:moveTo>
                    <a:cubicBezTo>
                      <a:pt x="4375" y="1"/>
                      <a:pt x="4336" y="16"/>
                      <a:pt x="4305" y="46"/>
                    </a:cubicBezTo>
                    <a:lnTo>
                      <a:pt x="1903" y="2448"/>
                    </a:lnTo>
                    <a:cubicBezTo>
                      <a:pt x="1872" y="2479"/>
                      <a:pt x="1833" y="2494"/>
                      <a:pt x="1794" y="2494"/>
                    </a:cubicBezTo>
                    <a:cubicBezTo>
                      <a:pt x="1754" y="2494"/>
                      <a:pt x="1714" y="2478"/>
                      <a:pt x="1684" y="2448"/>
                    </a:cubicBezTo>
                    <a:lnTo>
                      <a:pt x="1129" y="1885"/>
                    </a:lnTo>
                    <a:cubicBezTo>
                      <a:pt x="1098" y="1854"/>
                      <a:pt x="1058" y="1838"/>
                      <a:pt x="1018" y="1838"/>
                    </a:cubicBezTo>
                    <a:cubicBezTo>
                      <a:pt x="980" y="1838"/>
                      <a:pt x="941" y="1853"/>
                      <a:pt x="911" y="1882"/>
                    </a:cubicBezTo>
                    <a:lnTo>
                      <a:pt x="63" y="2719"/>
                    </a:lnTo>
                    <a:cubicBezTo>
                      <a:pt x="4" y="2779"/>
                      <a:pt x="1" y="2876"/>
                      <a:pt x="61" y="2937"/>
                    </a:cubicBezTo>
                    <a:lnTo>
                      <a:pt x="1676" y="4577"/>
                    </a:lnTo>
                    <a:cubicBezTo>
                      <a:pt x="1707" y="4607"/>
                      <a:pt x="1746" y="4622"/>
                      <a:pt x="1786" y="4622"/>
                    </a:cubicBezTo>
                    <a:cubicBezTo>
                      <a:pt x="1826" y="4622"/>
                      <a:pt x="1865" y="4607"/>
                      <a:pt x="1896" y="4577"/>
                    </a:cubicBezTo>
                    <a:lnTo>
                      <a:pt x="5366" y="1107"/>
                    </a:lnTo>
                    <a:cubicBezTo>
                      <a:pt x="5427" y="1046"/>
                      <a:pt x="5427" y="949"/>
                      <a:pt x="5366" y="889"/>
                    </a:cubicBezTo>
                    <a:lnTo>
                      <a:pt x="4523" y="46"/>
                    </a:lnTo>
                    <a:cubicBezTo>
                      <a:pt x="4493" y="16"/>
                      <a:pt x="4453" y="1"/>
                      <a:pt x="44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" name="Google Shape;44;p6"/>
            <p:cNvSpPr/>
            <p:nvPr/>
          </p:nvSpPr>
          <p:spPr>
            <a:xfrm>
              <a:off x="8900095" y="767804"/>
              <a:ext cx="195319" cy="195319"/>
            </a:xfrm>
            <a:custGeom>
              <a:avLst/>
              <a:gdLst/>
              <a:ahLst/>
              <a:cxnLst/>
              <a:rect l="l" t="t" r="r" b="b"/>
              <a:pathLst>
                <a:path w="4468" h="4468" extrusionOk="0">
                  <a:moveTo>
                    <a:pt x="1742" y="1"/>
                  </a:moveTo>
                  <a:lnTo>
                    <a:pt x="1742" y="1741"/>
                  </a:lnTo>
                  <a:lnTo>
                    <a:pt x="0" y="1741"/>
                  </a:lnTo>
                  <a:lnTo>
                    <a:pt x="0" y="2724"/>
                  </a:lnTo>
                  <a:lnTo>
                    <a:pt x="1742" y="2724"/>
                  </a:lnTo>
                  <a:lnTo>
                    <a:pt x="1742" y="4468"/>
                  </a:lnTo>
                  <a:lnTo>
                    <a:pt x="2725" y="4468"/>
                  </a:lnTo>
                  <a:lnTo>
                    <a:pt x="2725" y="2724"/>
                  </a:lnTo>
                  <a:lnTo>
                    <a:pt x="4467" y="2724"/>
                  </a:lnTo>
                  <a:lnTo>
                    <a:pt x="4467" y="1741"/>
                  </a:lnTo>
                  <a:lnTo>
                    <a:pt x="2725" y="174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1062525" y="2761638"/>
            <a:ext cx="2687100" cy="10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1062525" y="1336963"/>
            <a:ext cx="2687100" cy="148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>
            <a:spLocks noGrp="1"/>
          </p:cNvSpPr>
          <p:nvPr>
            <p:ph type="pic" idx="2"/>
          </p:nvPr>
        </p:nvSpPr>
        <p:spPr>
          <a:xfrm>
            <a:off x="4293175" y="75"/>
            <a:ext cx="4850700" cy="5143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grpSp>
        <p:nvGrpSpPr>
          <p:cNvPr id="80" name="Google Shape;80;p9"/>
          <p:cNvGrpSpPr/>
          <p:nvPr/>
        </p:nvGrpSpPr>
        <p:grpSpPr>
          <a:xfrm>
            <a:off x="0" y="0"/>
            <a:ext cx="539578" cy="5143500"/>
            <a:chOff x="0" y="0"/>
            <a:chExt cx="539578" cy="5143500"/>
          </a:xfrm>
        </p:grpSpPr>
        <p:sp>
          <p:nvSpPr>
            <p:cNvPr id="81" name="Google Shape;81;p9"/>
            <p:cNvSpPr/>
            <p:nvPr/>
          </p:nvSpPr>
          <p:spPr>
            <a:xfrm>
              <a:off x="0" y="0"/>
              <a:ext cx="292500" cy="5143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75000">
                  <a:schemeClr val="l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48596" y="611163"/>
              <a:ext cx="195319" cy="195362"/>
            </a:xfrm>
            <a:custGeom>
              <a:avLst/>
              <a:gdLst/>
              <a:ahLst/>
              <a:cxnLst/>
              <a:rect l="l" t="t" r="r" b="b"/>
              <a:pathLst>
                <a:path w="4468" h="4469" extrusionOk="0">
                  <a:moveTo>
                    <a:pt x="1741" y="1"/>
                  </a:moveTo>
                  <a:lnTo>
                    <a:pt x="1741" y="1742"/>
                  </a:lnTo>
                  <a:lnTo>
                    <a:pt x="1" y="1742"/>
                  </a:lnTo>
                  <a:lnTo>
                    <a:pt x="1" y="2724"/>
                  </a:lnTo>
                  <a:lnTo>
                    <a:pt x="1741" y="2724"/>
                  </a:lnTo>
                  <a:lnTo>
                    <a:pt x="1741" y="4468"/>
                  </a:lnTo>
                  <a:lnTo>
                    <a:pt x="2724" y="4468"/>
                  </a:lnTo>
                  <a:lnTo>
                    <a:pt x="2724" y="2724"/>
                  </a:lnTo>
                  <a:lnTo>
                    <a:pt x="4468" y="2724"/>
                  </a:lnTo>
                  <a:lnTo>
                    <a:pt x="4468" y="1742"/>
                  </a:lnTo>
                  <a:lnTo>
                    <a:pt x="2724" y="1742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9"/>
            <p:cNvSpPr/>
            <p:nvPr/>
          </p:nvSpPr>
          <p:spPr>
            <a:xfrm>
              <a:off x="11" y="1234076"/>
              <a:ext cx="292493" cy="266479"/>
            </a:xfrm>
            <a:custGeom>
              <a:avLst/>
              <a:gdLst/>
              <a:ahLst/>
              <a:cxnLst/>
              <a:rect l="l" t="t" r="r" b="b"/>
              <a:pathLst>
                <a:path w="8348" h="7605" extrusionOk="0">
                  <a:moveTo>
                    <a:pt x="4173" y="1"/>
                  </a:moveTo>
                  <a:cubicBezTo>
                    <a:pt x="3200" y="1"/>
                    <a:pt x="2228" y="372"/>
                    <a:pt x="1485" y="1114"/>
                  </a:cubicBezTo>
                  <a:cubicBezTo>
                    <a:pt x="0" y="2599"/>
                    <a:pt x="0" y="5006"/>
                    <a:pt x="1485" y="6491"/>
                  </a:cubicBezTo>
                  <a:cubicBezTo>
                    <a:pt x="2228" y="7233"/>
                    <a:pt x="3200" y="7604"/>
                    <a:pt x="4173" y="7604"/>
                  </a:cubicBezTo>
                  <a:cubicBezTo>
                    <a:pt x="5146" y="7604"/>
                    <a:pt x="6119" y="7233"/>
                    <a:pt x="6862" y="6491"/>
                  </a:cubicBezTo>
                  <a:cubicBezTo>
                    <a:pt x="8348" y="5006"/>
                    <a:pt x="8348" y="2599"/>
                    <a:pt x="6862" y="1114"/>
                  </a:cubicBezTo>
                  <a:cubicBezTo>
                    <a:pt x="6119" y="372"/>
                    <a:pt x="5146" y="1"/>
                    <a:pt x="4173" y="1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9"/>
            <p:cNvGrpSpPr/>
            <p:nvPr/>
          </p:nvGrpSpPr>
          <p:grpSpPr>
            <a:xfrm>
              <a:off x="134537" y="970892"/>
              <a:ext cx="405042" cy="366072"/>
              <a:chOff x="4895337" y="3503117"/>
              <a:chExt cx="405042" cy="366072"/>
            </a:xfrm>
          </p:grpSpPr>
          <p:sp>
            <p:nvSpPr>
              <p:cNvPr id="85" name="Google Shape;85;p9"/>
              <p:cNvSpPr/>
              <p:nvPr/>
            </p:nvSpPr>
            <p:spPr>
              <a:xfrm>
                <a:off x="4916255" y="3519206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9"/>
              <p:cNvSpPr/>
              <p:nvPr/>
            </p:nvSpPr>
            <p:spPr>
              <a:xfrm>
                <a:off x="4895337" y="3503117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9"/>
              <p:cNvSpPr/>
              <p:nvPr/>
            </p:nvSpPr>
            <p:spPr>
              <a:xfrm>
                <a:off x="4999946" y="3593432"/>
                <a:ext cx="180237" cy="180849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4137" extrusionOk="0">
                    <a:moveTo>
                      <a:pt x="2062" y="1"/>
                    </a:moveTo>
                    <a:cubicBezTo>
                      <a:pt x="1996" y="1"/>
                      <a:pt x="1931" y="26"/>
                      <a:pt x="1880" y="74"/>
                    </a:cubicBezTo>
                    <a:cubicBezTo>
                      <a:pt x="1630" y="307"/>
                      <a:pt x="1116" y="661"/>
                      <a:pt x="268" y="675"/>
                    </a:cubicBezTo>
                    <a:cubicBezTo>
                      <a:pt x="121" y="677"/>
                      <a:pt x="1" y="795"/>
                      <a:pt x="2" y="944"/>
                    </a:cubicBezTo>
                    <a:cubicBezTo>
                      <a:pt x="9" y="1637"/>
                      <a:pt x="203" y="3448"/>
                      <a:pt x="1965" y="4120"/>
                    </a:cubicBezTo>
                    <a:cubicBezTo>
                      <a:pt x="1996" y="4133"/>
                      <a:pt x="2028" y="4137"/>
                      <a:pt x="2062" y="4137"/>
                    </a:cubicBezTo>
                    <a:cubicBezTo>
                      <a:pt x="2078" y="4137"/>
                      <a:pt x="2095" y="4135"/>
                      <a:pt x="2112" y="4133"/>
                    </a:cubicBezTo>
                    <a:cubicBezTo>
                      <a:pt x="2127" y="4128"/>
                      <a:pt x="2143" y="4126"/>
                      <a:pt x="2159" y="4119"/>
                    </a:cubicBezTo>
                    <a:cubicBezTo>
                      <a:pt x="2381" y="4034"/>
                      <a:pt x="2574" y="3932"/>
                      <a:pt x="2750" y="3817"/>
                    </a:cubicBezTo>
                    <a:cubicBezTo>
                      <a:pt x="2966" y="3674"/>
                      <a:pt x="3150" y="3508"/>
                      <a:pt x="3304" y="3331"/>
                    </a:cubicBezTo>
                    <a:cubicBezTo>
                      <a:pt x="3334" y="3295"/>
                      <a:pt x="3365" y="3260"/>
                      <a:pt x="3393" y="3223"/>
                    </a:cubicBezTo>
                    <a:cubicBezTo>
                      <a:pt x="3564" y="3006"/>
                      <a:pt x="3697" y="2771"/>
                      <a:pt x="3798" y="2538"/>
                    </a:cubicBezTo>
                    <a:cubicBezTo>
                      <a:pt x="3832" y="2460"/>
                      <a:pt x="3861" y="2382"/>
                      <a:pt x="3888" y="2304"/>
                    </a:cubicBezTo>
                    <a:cubicBezTo>
                      <a:pt x="3955" y="2110"/>
                      <a:pt x="4004" y="1921"/>
                      <a:pt x="4038" y="1743"/>
                    </a:cubicBezTo>
                    <a:cubicBezTo>
                      <a:pt x="4100" y="1420"/>
                      <a:pt x="4117" y="1138"/>
                      <a:pt x="4119" y="944"/>
                    </a:cubicBezTo>
                    <a:cubicBezTo>
                      <a:pt x="4123" y="794"/>
                      <a:pt x="4004" y="675"/>
                      <a:pt x="3856" y="672"/>
                    </a:cubicBezTo>
                    <a:cubicBezTo>
                      <a:pt x="3749" y="671"/>
                      <a:pt x="3649" y="664"/>
                      <a:pt x="3553" y="654"/>
                    </a:cubicBezTo>
                    <a:cubicBezTo>
                      <a:pt x="3458" y="643"/>
                      <a:pt x="3368" y="627"/>
                      <a:pt x="3281" y="607"/>
                    </a:cubicBezTo>
                    <a:cubicBezTo>
                      <a:pt x="3153" y="579"/>
                      <a:pt x="3035" y="542"/>
                      <a:pt x="2928" y="500"/>
                    </a:cubicBezTo>
                    <a:cubicBezTo>
                      <a:pt x="2608" y="374"/>
                      <a:pt x="2383" y="204"/>
                      <a:pt x="2243" y="74"/>
                    </a:cubicBezTo>
                    <a:cubicBezTo>
                      <a:pt x="2232" y="61"/>
                      <a:pt x="2218" y="50"/>
                      <a:pt x="2204" y="42"/>
                    </a:cubicBezTo>
                    <a:cubicBezTo>
                      <a:pt x="2174" y="25"/>
                      <a:pt x="2143" y="12"/>
                      <a:pt x="2112" y="6"/>
                    </a:cubicBezTo>
                    <a:cubicBezTo>
                      <a:pt x="2095" y="3"/>
                      <a:pt x="2079" y="1"/>
                      <a:pt x="20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>
            <a:spLocks noGrp="1"/>
          </p:cNvSpPr>
          <p:nvPr>
            <p:ph type="title" hasCustomPrompt="1"/>
          </p:nvPr>
        </p:nvSpPr>
        <p:spPr>
          <a:xfrm rot="2506">
            <a:off x="1527950" y="1387500"/>
            <a:ext cx="8232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2"/>
          </p:nvPr>
        </p:nvSpPr>
        <p:spPr>
          <a:xfrm>
            <a:off x="720000" y="1843300"/>
            <a:ext cx="2439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"/>
          </p:nvPr>
        </p:nvSpPr>
        <p:spPr>
          <a:xfrm>
            <a:off x="720000" y="2142407"/>
            <a:ext cx="24390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3" hasCustomPrompt="1"/>
          </p:nvPr>
        </p:nvSpPr>
        <p:spPr>
          <a:xfrm rot="2506">
            <a:off x="4160400" y="1387500"/>
            <a:ext cx="8232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4"/>
          </p:nvPr>
        </p:nvSpPr>
        <p:spPr>
          <a:xfrm>
            <a:off x="3352500" y="1843300"/>
            <a:ext cx="2439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5"/>
          </p:nvPr>
        </p:nvSpPr>
        <p:spPr>
          <a:xfrm>
            <a:off x="3352500" y="2142407"/>
            <a:ext cx="24390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6" hasCustomPrompt="1"/>
          </p:nvPr>
        </p:nvSpPr>
        <p:spPr>
          <a:xfrm rot="2506">
            <a:off x="6792875" y="1387500"/>
            <a:ext cx="8232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7"/>
          </p:nvPr>
        </p:nvSpPr>
        <p:spPr>
          <a:xfrm>
            <a:off x="5985000" y="1843300"/>
            <a:ext cx="2439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8"/>
          </p:nvPr>
        </p:nvSpPr>
        <p:spPr>
          <a:xfrm>
            <a:off x="5985000" y="2142409"/>
            <a:ext cx="24390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9" hasCustomPrompt="1"/>
          </p:nvPr>
        </p:nvSpPr>
        <p:spPr>
          <a:xfrm rot="2506">
            <a:off x="1527950" y="3241800"/>
            <a:ext cx="8232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13"/>
          </p:nvPr>
        </p:nvSpPr>
        <p:spPr>
          <a:xfrm>
            <a:off x="720000" y="3697595"/>
            <a:ext cx="2439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4"/>
          </p:nvPr>
        </p:nvSpPr>
        <p:spPr>
          <a:xfrm>
            <a:off x="720000" y="3996702"/>
            <a:ext cx="24390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15" hasCustomPrompt="1"/>
          </p:nvPr>
        </p:nvSpPr>
        <p:spPr>
          <a:xfrm rot="2506">
            <a:off x="4160400" y="3241800"/>
            <a:ext cx="8232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16"/>
          </p:nvPr>
        </p:nvSpPr>
        <p:spPr>
          <a:xfrm>
            <a:off x="3352500" y="3697595"/>
            <a:ext cx="2439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17"/>
          </p:nvPr>
        </p:nvSpPr>
        <p:spPr>
          <a:xfrm>
            <a:off x="3352500" y="3996702"/>
            <a:ext cx="24390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18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19" hasCustomPrompt="1"/>
          </p:nvPr>
        </p:nvSpPr>
        <p:spPr>
          <a:xfrm rot="2506">
            <a:off x="6792875" y="3241803"/>
            <a:ext cx="8232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20"/>
          </p:nvPr>
        </p:nvSpPr>
        <p:spPr>
          <a:xfrm>
            <a:off x="5985000" y="3697612"/>
            <a:ext cx="2439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21"/>
          </p:nvPr>
        </p:nvSpPr>
        <p:spPr>
          <a:xfrm>
            <a:off x="5985000" y="3996721"/>
            <a:ext cx="24390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6" name="Google Shape;136;p13"/>
          <p:cNvGrpSpPr/>
          <p:nvPr/>
        </p:nvGrpSpPr>
        <p:grpSpPr>
          <a:xfrm>
            <a:off x="499" y="-2858"/>
            <a:ext cx="9144000" cy="497372"/>
            <a:chOff x="499" y="-2858"/>
            <a:chExt cx="9144000" cy="497372"/>
          </a:xfrm>
        </p:grpSpPr>
        <p:sp>
          <p:nvSpPr>
            <p:cNvPr id="137" name="Google Shape;137;p13"/>
            <p:cNvSpPr/>
            <p:nvPr/>
          </p:nvSpPr>
          <p:spPr>
            <a:xfrm>
              <a:off x="499" y="-2858"/>
              <a:ext cx="9144000" cy="292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" name="Google Shape;138;p13"/>
            <p:cNvGrpSpPr/>
            <p:nvPr/>
          </p:nvGrpSpPr>
          <p:grpSpPr>
            <a:xfrm>
              <a:off x="8546512" y="128442"/>
              <a:ext cx="405042" cy="366072"/>
              <a:chOff x="4895337" y="3503117"/>
              <a:chExt cx="405042" cy="366072"/>
            </a:xfrm>
          </p:grpSpPr>
          <p:sp>
            <p:nvSpPr>
              <p:cNvPr id="139" name="Google Shape;139;p13"/>
              <p:cNvSpPr/>
              <p:nvPr/>
            </p:nvSpPr>
            <p:spPr>
              <a:xfrm>
                <a:off x="4916255" y="3519206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4895337" y="3503117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4999946" y="3593432"/>
                <a:ext cx="180237" cy="180849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4137" extrusionOk="0">
                    <a:moveTo>
                      <a:pt x="2062" y="1"/>
                    </a:moveTo>
                    <a:cubicBezTo>
                      <a:pt x="1996" y="1"/>
                      <a:pt x="1931" y="26"/>
                      <a:pt x="1880" y="74"/>
                    </a:cubicBezTo>
                    <a:cubicBezTo>
                      <a:pt x="1630" y="307"/>
                      <a:pt x="1116" y="661"/>
                      <a:pt x="268" y="675"/>
                    </a:cubicBezTo>
                    <a:cubicBezTo>
                      <a:pt x="121" y="677"/>
                      <a:pt x="1" y="795"/>
                      <a:pt x="2" y="944"/>
                    </a:cubicBezTo>
                    <a:cubicBezTo>
                      <a:pt x="9" y="1637"/>
                      <a:pt x="203" y="3448"/>
                      <a:pt x="1965" y="4120"/>
                    </a:cubicBezTo>
                    <a:cubicBezTo>
                      <a:pt x="1996" y="4133"/>
                      <a:pt x="2028" y="4137"/>
                      <a:pt x="2062" y="4137"/>
                    </a:cubicBezTo>
                    <a:cubicBezTo>
                      <a:pt x="2078" y="4137"/>
                      <a:pt x="2095" y="4135"/>
                      <a:pt x="2112" y="4133"/>
                    </a:cubicBezTo>
                    <a:cubicBezTo>
                      <a:pt x="2127" y="4128"/>
                      <a:pt x="2143" y="4126"/>
                      <a:pt x="2159" y="4119"/>
                    </a:cubicBezTo>
                    <a:cubicBezTo>
                      <a:pt x="2381" y="4034"/>
                      <a:pt x="2574" y="3932"/>
                      <a:pt x="2750" y="3817"/>
                    </a:cubicBezTo>
                    <a:cubicBezTo>
                      <a:pt x="2966" y="3674"/>
                      <a:pt x="3150" y="3508"/>
                      <a:pt x="3304" y="3331"/>
                    </a:cubicBezTo>
                    <a:cubicBezTo>
                      <a:pt x="3334" y="3295"/>
                      <a:pt x="3365" y="3260"/>
                      <a:pt x="3393" y="3223"/>
                    </a:cubicBezTo>
                    <a:cubicBezTo>
                      <a:pt x="3564" y="3006"/>
                      <a:pt x="3697" y="2771"/>
                      <a:pt x="3798" y="2538"/>
                    </a:cubicBezTo>
                    <a:cubicBezTo>
                      <a:pt x="3832" y="2460"/>
                      <a:pt x="3861" y="2382"/>
                      <a:pt x="3888" y="2304"/>
                    </a:cubicBezTo>
                    <a:cubicBezTo>
                      <a:pt x="3955" y="2110"/>
                      <a:pt x="4004" y="1921"/>
                      <a:pt x="4038" y="1743"/>
                    </a:cubicBezTo>
                    <a:cubicBezTo>
                      <a:pt x="4100" y="1420"/>
                      <a:pt x="4117" y="1138"/>
                      <a:pt x="4119" y="944"/>
                    </a:cubicBezTo>
                    <a:cubicBezTo>
                      <a:pt x="4123" y="794"/>
                      <a:pt x="4004" y="675"/>
                      <a:pt x="3856" y="672"/>
                    </a:cubicBezTo>
                    <a:cubicBezTo>
                      <a:pt x="3749" y="671"/>
                      <a:pt x="3649" y="664"/>
                      <a:pt x="3553" y="654"/>
                    </a:cubicBezTo>
                    <a:cubicBezTo>
                      <a:pt x="3458" y="643"/>
                      <a:pt x="3368" y="627"/>
                      <a:pt x="3281" y="607"/>
                    </a:cubicBezTo>
                    <a:cubicBezTo>
                      <a:pt x="3153" y="579"/>
                      <a:pt x="3035" y="542"/>
                      <a:pt x="2928" y="500"/>
                    </a:cubicBezTo>
                    <a:cubicBezTo>
                      <a:pt x="2608" y="374"/>
                      <a:pt x="2383" y="204"/>
                      <a:pt x="2243" y="74"/>
                    </a:cubicBezTo>
                    <a:cubicBezTo>
                      <a:pt x="2232" y="61"/>
                      <a:pt x="2218" y="50"/>
                      <a:pt x="2204" y="42"/>
                    </a:cubicBezTo>
                    <a:cubicBezTo>
                      <a:pt x="2174" y="25"/>
                      <a:pt x="2143" y="12"/>
                      <a:pt x="2112" y="6"/>
                    </a:cubicBezTo>
                    <a:cubicBezTo>
                      <a:pt x="2095" y="3"/>
                      <a:pt x="2079" y="1"/>
                      <a:pt x="20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" name="Google Shape;142;p13"/>
            <p:cNvSpPr/>
            <p:nvPr/>
          </p:nvSpPr>
          <p:spPr>
            <a:xfrm>
              <a:off x="8306207" y="49492"/>
              <a:ext cx="195319" cy="195319"/>
            </a:xfrm>
            <a:custGeom>
              <a:avLst/>
              <a:gdLst/>
              <a:ahLst/>
              <a:cxnLst/>
              <a:rect l="l" t="t" r="r" b="b"/>
              <a:pathLst>
                <a:path w="4468" h="4468" extrusionOk="0">
                  <a:moveTo>
                    <a:pt x="1742" y="1"/>
                  </a:moveTo>
                  <a:lnTo>
                    <a:pt x="1742" y="1741"/>
                  </a:lnTo>
                  <a:lnTo>
                    <a:pt x="0" y="1741"/>
                  </a:lnTo>
                  <a:lnTo>
                    <a:pt x="0" y="2724"/>
                  </a:lnTo>
                  <a:lnTo>
                    <a:pt x="1742" y="2724"/>
                  </a:lnTo>
                  <a:lnTo>
                    <a:pt x="1742" y="4468"/>
                  </a:lnTo>
                  <a:lnTo>
                    <a:pt x="2725" y="4468"/>
                  </a:lnTo>
                  <a:lnTo>
                    <a:pt x="2725" y="2724"/>
                  </a:lnTo>
                  <a:lnTo>
                    <a:pt x="4467" y="2724"/>
                  </a:lnTo>
                  <a:lnTo>
                    <a:pt x="4467" y="1741"/>
                  </a:lnTo>
                  <a:lnTo>
                    <a:pt x="2725" y="174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3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49" name="Google Shape;149;p15"/>
          <p:cNvGrpSpPr/>
          <p:nvPr/>
        </p:nvGrpSpPr>
        <p:grpSpPr>
          <a:xfrm>
            <a:off x="0" y="0"/>
            <a:ext cx="477020" cy="5143500"/>
            <a:chOff x="0" y="0"/>
            <a:chExt cx="477020" cy="5143500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292500" cy="5143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5000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" name="Google Shape;151;p15"/>
            <p:cNvGrpSpPr/>
            <p:nvPr/>
          </p:nvGrpSpPr>
          <p:grpSpPr>
            <a:xfrm>
              <a:off x="65727" y="4207910"/>
              <a:ext cx="411293" cy="371711"/>
              <a:chOff x="4822289" y="4210685"/>
              <a:chExt cx="411293" cy="371711"/>
            </a:xfrm>
          </p:grpSpPr>
          <p:sp>
            <p:nvSpPr>
              <p:cNvPr id="152" name="Google Shape;152;p15"/>
              <p:cNvSpPr/>
              <p:nvPr/>
            </p:nvSpPr>
            <p:spPr>
              <a:xfrm>
                <a:off x="4843207" y="4226775"/>
                <a:ext cx="390375" cy="355622"/>
              </a:xfrm>
              <a:custGeom>
                <a:avLst/>
                <a:gdLst/>
                <a:ahLst/>
                <a:cxnLst/>
                <a:rect l="l" t="t" r="r" b="b"/>
                <a:pathLst>
                  <a:path w="8930" h="8135" extrusionOk="0">
                    <a:moveTo>
                      <a:pt x="4465" y="0"/>
                    </a:moveTo>
                    <a:cubicBezTo>
                      <a:pt x="3424" y="0"/>
                      <a:pt x="2383" y="397"/>
                      <a:pt x="1588" y="1191"/>
                    </a:cubicBezTo>
                    <a:cubicBezTo>
                      <a:pt x="0" y="2779"/>
                      <a:pt x="0" y="5355"/>
                      <a:pt x="1588" y="6943"/>
                    </a:cubicBezTo>
                    <a:cubicBezTo>
                      <a:pt x="2383" y="7737"/>
                      <a:pt x="3424" y="8135"/>
                      <a:pt x="4465" y="8135"/>
                    </a:cubicBezTo>
                    <a:cubicBezTo>
                      <a:pt x="5506" y="8135"/>
                      <a:pt x="6547" y="7737"/>
                      <a:pt x="7341" y="6943"/>
                    </a:cubicBezTo>
                    <a:cubicBezTo>
                      <a:pt x="8929" y="5355"/>
                      <a:pt x="8929" y="2779"/>
                      <a:pt x="7341" y="1191"/>
                    </a:cubicBezTo>
                    <a:cubicBezTo>
                      <a:pt x="6547" y="397"/>
                      <a:pt x="5506" y="0"/>
                      <a:pt x="44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4822289" y="4210685"/>
                <a:ext cx="390375" cy="355622"/>
              </a:xfrm>
              <a:custGeom>
                <a:avLst/>
                <a:gdLst/>
                <a:ahLst/>
                <a:cxnLst/>
                <a:rect l="l" t="t" r="r" b="b"/>
                <a:pathLst>
                  <a:path w="8930" h="8135" extrusionOk="0">
                    <a:moveTo>
                      <a:pt x="4465" y="0"/>
                    </a:moveTo>
                    <a:cubicBezTo>
                      <a:pt x="3424" y="0"/>
                      <a:pt x="2383" y="397"/>
                      <a:pt x="1588" y="1191"/>
                    </a:cubicBezTo>
                    <a:cubicBezTo>
                      <a:pt x="0" y="2779"/>
                      <a:pt x="0" y="5355"/>
                      <a:pt x="1588" y="6943"/>
                    </a:cubicBezTo>
                    <a:cubicBezTo>
                      <a:pt x="2383" y="7737"/>
                      <a:pt x="3424" y="8135"/>
                      <a:pt x="4465" y="8135"/>
                    </a:cubicBezTo>
                    <a:cubicBezTo>
                      <a:pt x="5506" y="8135"/>
                      <a:pt x="6547" y="7737"/>
                      <a:pt x="7341" y="6943"/>
                    </a:cubicBezTo>
                    <a:cubicBezTo>
                      <a:pt x="8929" y="5355"/>
                      <a:pt x="8929" y="2779"/>
                      <a:pt x="7341" y="1191"/>
                    </a:cubicBezTo>
                    <a:cubicBezTo>
                      <a:pt x="6547" y="397"/>
                      <a:pt x="5506" y="0"/>
                      <a:pt x="44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4955445" y="4272017"/>
                <a:ext cx="132019" cy="132019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1511" y="0"/>
                    </a:moveTo>
                    <a:cubicBezTo>
                      <a:pt x="678" y="0"/>
                      <a:pt x="0" y="675"/>
                      <a:pt x="0" y="1509"/>
                    </a:cubicBezTo>
                    <a:cubicBezTo>
                      <a:pt x="0" y="2342"/>
                      <a:pt x="678" y="3020"/>
                      <a:pt x="1511" y="3020"/>
                    </a:cubicBezTo>
                    <a:cubicBezTo>
                      <a:pt x="2342" y="3020"/>
                      <a:pt x="3020" y="2344"/>
                      <a:pt x="3020" y="1509"/>
                    </a:cubicBezTo>
                    <a:cubicBezTo>
                      <a:pt x="3020" y="675"/>
                      <a:pt x="2342" y="0"/>
                      <a:pt x="15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4910681" y="4421566"/>
                <a:ext cx="216608" cy="151560"/>
              </a:xfrm>
              <a:custGeom>
                <a:avLst/>
                <a:gdLst/>
                <a:ahLst/>
                <a:cxnLst/>
                <a:rect l="l" t="t" r="r" b="b"/>
                <a:pathLst>
                  <a:path w="4955" h="3467" extrusionOk="0">
                    <a:moveTo>
                      <a:pt x="2478" y="0"/>
                    </a:moveTo>
                    <a:cubicBezTo>
                      <a:pt x="1109" y="0"/>
                      <a:pt x="1" y="1107"/>
                      <a:pt x="1" y="2476"/>
                    </a:cubicBezTo>
                    <a:cubicBezTo>
                      <a:pt x="1" y="2476"/>
                      <a:pt x="1046" y="3467"/>
                      <a:pt x="2396" y="3467"/>
                    </a:cubicBezTo>
                    <a:cubicBezTo>
                      <a:pt x="2412" y="3467"/>
                      <a:pt x="2428" y="3467"/>
                      <a:pt x="2444" y="3466"/>
                    </a:cubicBezTo>
                    <a:cubicBezTo>
                      <a:pt x="3817" y="3441"/>
                      <a:pt x="4954" y="2476"/>
                      <a:pt x="4954" y="2476"/>
                    </a:cubicBezTo>
                    <a:cubicBezTo>
                      <a:pt x="4954" y="1107"/>
                      <a:pt x="3846" y="0"/>
                      <a:pt x="24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" name="Google Shape;156;p15"/>
            <p:cNvSpPr/>
            <p:nvPr/>
          </p:nvSpPr>
          <p:spPr>
            <a:xfrm>
              <a:off x="34273" y="4019615"/>
              <a:ext cx="258225" cy="294464"/>
            </a:xfrm>
            <a:custGeom>
              <a:avLst/>
              <a:gdLst/>
              <a:ahLst/>
              <a:cxnLst/>
              <a:rect l="l" t="t" r="r" b="b"/>
              <a:pathLst>
                <a:path w="5907" h="6736" extrusionOk="0">
                  <a:moveTo>
                    <a:pt x="2953" y="0"/>
                  </a:moveTo>
                  <a:cubicBezTo>
                    <a:pt x="1322" y="0"/>
                    <a:pt x="0" y="1322"/>
                    <a:pt x="0" y="2953"/>
                  </a:cubicBezTo>
                  <a:cubicBezTo>
                    <a:pt x="0" y="4521"/>
                    <a:pt x="1223" y="5805"/>
                    <a:pt x="2766" y="5900"/>
                  </a:cubicBezTo>
                  <a:lnTo>
                    <a:pt x="2766" y="6736"/>
                  </a:lnTo>
                  <a:cubicBezTo>
                    <a:pt x="2766" y="6736"/>
                    <a:pt x="3461" y="6365"/>
                    <a:pt x="3644" y="5823"/>
                  </a:cubicBezTo>
                  <a:cubicBezTo>
                    <a:pt x="4944" y="5512"/>
                    <a:pt x="5907" y="4346"/>
                    <a:pt x="5907" y="2953"/>
                  </a:cubicBezTo>
                  <a:cubicBezTo>
                    <a:pt x="5907" y="1322"/>
                    <a:pt x="4585" y="0"/>
                    <a:pt x="2953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5720" y="4790667"/>
              <a:ext cx="195319" cy="195319"/>
            </a:xfrm>
            <a:custGeom>
              <a:avLst/>
              <a:gdLst/>
              <a:ahLst/>
              <a:cxnLst/>
              <a:rect l="l" t="t" r="r" b="b"/>
              <a:pathLst>
                <a:path w="4468" h="4468" extrusionOk="0">
                  <a:moveTo>
                    <a:pt x="1742" y="1"/>
                  </a:moveTo>
                  <a:lnTo>
                    <a:pt x="1742" y="1741"/>
                  </a:lnTo>
                  <a:lnTo>
                    <a:pt x="0" y="1741"/>
                  </a:lnTo>
                  <a:lnTo>
                    <a:pt x="0" y="2724"/>
                  </a:lnTo>
                  <a:lnTo>
                    <a:pt x="1742" y="2724"/>
                  </a:lnTo>
                  <a:lnTo>
                    <a:pt x="1742" y="4468"/>
                  </a:lnTo>
                  <a:lnTo>
                    <a:pt x="2725" y="4468"/>
                  </a:lnTo>
                  <a:lnTo>
                    <a:pt x="2725" y="2724"/>
                  </a:lnTo>
                  <a:lnTo>
                    <a:pt x="4467" y="2724"/>
                  </a:lnTo>
                  <a:lnTo>
                    <a:pt x="4467" y="1741"/>
                  </a:lnTo>
                  <a:lnTo>
                    <a:pt x="2725" y="174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3571188" y="623500"/>
            <a:ext cx="3850200" cy="101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title" idx="2" hasCustomPrompt="1"/>
          </p:nvPr>
        </p:nvSpPr>
        <p:spPr>
          <a:xfrm>
            <a:off x="1722588" y="539500"/>
            <a:ext cx="1848600" cy="1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 rot="536">
            <a:off x="3571187" y="1768925"/>
            <a:ext cx="3850200" cy="439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57150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>
            <a:spLocks noGrp="1"/>
          </p:cNvSpPr>
          <p:nvPr>
            <p:ph type="title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title" idx="2"/>
          </p:nvPr>
        </p:nvSpPr>
        <p:spPr>
          <a:xfrm>
            <a:off x="1560300" y="2460728"/>
            <a:ext cx="23364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subTitle" idx="1"/>
          </p:nvPr>
        </p:nvSpPr>
        <p:spPr>
          <a:xfrm>
            <a:off x="1560288" y="2808908"/>
            <a:ext cx="2336400" cy="60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title" idx="3"/>
          </p:nvPr>
        </p:nvSpPr>
        <p:spPr>
          <a:xfrm>
            <a:off x="5247325" y="1352978"/>
            <a:ext cx="23364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ubTitle" idx="4"/>
          </p:nvPr>
        </p:nvSpPr>
        <p:spPr>
          <a:xfrm>
            <a:off x="5247313" y="1701290"/>
            <a:ext cx="2336400" cy="60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title" idx="5"/>
          </p:nvPr>
        </p:nvSpPr>
        <p:spPr>
          <a:xfrm>
            <a:off x="5247325" y="3568205"/>
            <a:ext cx="23364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subTitle" idx="6"/>
          </p:nvPr>
        </p:nvSpPr>
        <p:spPr>
          <a:xfrm>
            <a:off x="5247313" y="3916527"/>
            <a:ext cx="2336400" cy="60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0" name="Google Shape;240;p25"/>
          <p:cNvGrpSpPr/>
          <p:nvPr/>
        </p:nvGrpSpPr>
        <p:grpSpPr>
          <a:xfrm>
            <a:off x="-1" y="4419329"/>
            <a:ext cx="9144000" cy="731354"/>
            <a:chOff x="-1" y="4419329"/>
            <a:chExt cx="9144000" cy="731354"/>
          </a:xfrm>
        </p:grpSpPr>
        <p:sp>
          <p:nvSpPr>
            <p:cNvPr id="241" name="Google Shape;241;p25"/>
            <p:cNvSpPr/>
            <p:nvPr/>
          </p:nvSpPr>
          <p:spPr>
            <a:xfrm>
              <a:off x="-1" y="4858183"/>
              <a:ext cx="9144000" cy="292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50000">
                  <a:schemeClr val="l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25"/>
            <p:cNvGrpSpPr/>
            <p:nvPr/>
          </p:nvGrpSpPr>
          <p:grpSpPr>
            <a:xfrm>
              <a:off x="248507" y="4419329"/>
              <a:ext cx="529563" cy="544732"/>
              <a:chOff x="3236532" y="2252479"/>
              <a:chExt cx="529563" cy="544732"/>
            </a:xfrm>
          </p:grpSpPr>
          <p:sp>
            <p:nvSpPr>
              <p:cNvPr id="243" name="Google Shape;243;p25"/>
              <p:cNvSpPr/>
              <p:nvPr/>
            </p:nvSpPr>
            <p:spPr>
              <a:xfrm>
                <a:off x="3256991" y="2288150"/>
                <a:ext cx="509105" cy="509061"/>
              </a:xfrm>
              <a:custGeom>
                <a:avLst/>
                <a:gdLst/>
                <a:ahLst/>
                <a:cxnLst/>
                <a:rect l="l" t="t" r="r" b="b"/>
                <a:pathLst>
                  <a:path w="11646" h="11645" extrusionOk="0">
                    <a:moveTo>
                      <a:pt x="5822" y="0"/>
                    </a:moveTo>
                    <a:cubicBezTo>
                      <a:pt x="4278" y="0"/>
                      <a:pt x="2797" y="613"/>
                      <a:pt x="1706" y="1706"/>
                    </a:cubicBezTo>
                    <a:cubicBezTo>
                      <a:pt x="614" y="2797"/>
                      <a:pt x="0" y="4278"/>
                      <a:pt x="0" y="5822"/>
                    </a:cubicBezTo>
                    <a:cubicBezTo>
                      <a:pt x="0" y="7366"/>
                      <a:pt x="614" y="8847"/>
                      <a:pt x="1706" y="9939"/>
                    </a:cubicBezTo>
                    <a:cubicBezTo>
                      <a:pt x="2797" y="11032"/>
                      <a:pt x="4278" y="11644"/>
                      <a:pt x="5822" y="11644"/>
                    </a:cubicBezTo>
                    <a:cubicBezTo>
                      <a:pt x="7366" y="11644"/>
                      <a:pt x="8848" y="11032"/>
                      <a:pt x="9940" y="9939"/>
                    </a:cubicBezTo>
                    <a:cubicBezTo>
                      <a:pt x="11032" y="8847"/>
                      <a:pt x="11645" y="7366"/>
                      <a:pt x="11645" y="5822"/>
                    </a:cubicBezTo>
                    <a:cubicBezTo>
                      <a:pt x="11645" y="4278"/>
                      <a:pt x="11032" y="2797"/>
                      <a:pt x="9940" y="1706"/>
                    </a:cubicBezTo>
                    <a:cubicBezTo>
                      <a:pt x="8848" y="613"/>
                      <a:pt x="7366" y="0"/>
                      <a:pt x="58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5"/>
              <p:cNvSpPr/>
              <p:nvPr/>
            </p:nvSpPr>
            <p:spPr>
              <a:xfrm>
                <a:off x="3236532" y="2252479"/>
                <a:ext cx="509105" cy="509105"/>
              </a:xfrm>
              <a:custGeom>
                <a:avLst/>
                <a:gdLst/>
                <a:ahLst/>
                <a:cxnLst/>
                <a:rect l="l" t="t" r="r" b="b"/>
                <a:pathLst>
                  <a:path w="11646" h="11646" extrusionOk="0">
                    <a:moveTo>
                      <a:pt x="5822" y="0"/>
                    </a:moveTo>
                    <a:cubicBezTo>
                      <a:pt x="2606" y="0"/>
                      <a:pt x="0" y="2607"/>
                      <a:pt x="0" y="5822"/>
                    </a:cubicBezTo>
                    <a:cubicBezTo>
                      <a:pt x="0" y="9039"/>
                      <a:pt x="2606" y="11646"/>
                      <a:pt x="5822" y="11646"/>
                    </a:cubicBezTo>
                    <a:cubicBezTo>
                      <a:pt x="9038" y="11646"/>
                      <a:pt x="11645" y="9039"/>
                      <a:pt x="11645" y="5822"/>
                    </a:cubicBezTo>
                    <a:cubicBezTo>
                      <a:pt x="11645" y="2607"/>
                      <a:pt x="9038" y="0"/>
                      <a:pt x="58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5"/>
              <p:cNvSpPr/>
              <p:nvPr/>
            </p:nvSpPr>
            <p:spPr>
              <a:xfrm rot="-617710">
                <a:off x="3358275" y="2374218"/>
                <a:ext cx="265605" cy="265605"/>
              </a:xfrm>
              <a:custGeom>
                <a:avLst/>
                <a:gdLst/>
                <a:ahLst/>
                <a:cxnLst/>
                <a:rect l="l" t="t" r="r" b="b"/>
                <a:pathLst>
                  <a:path w="6076" h="6076" extrusionOk="0">
                    <a:moveTo>
                      <a:pt x="3036" y="2208"/>
                    </a:moveTo>
                    <a:cubicBezTo>
                      <a:pt x="3097" y="2208"/>
                      <a:pt x="3158" y="2215"/>
                      <a:pt x="3219" y="2229"/>
                    </a:cubicBezTo>
                    <a:cubicBezTo>
                      <a:pt x="3434" y="2277"/>
                      <a:pt x="3618" y="2409"/>
                      <a:pt x="3736" y="2595"/>
                    </a:cubicBezTo>
                    <a:cubicBezTo>
                      <a:pt x="3855" y="2784"/>
                      <a:pt x="3893" y="3006"/>
                      <a:pt x="3844" y="3222"/>
                    </a:cubicBezTo>
                    <a:cubicBezTo>
                      <a:pt x="3757" y="3607"/>
                      <a:pt x="3413" y="3867"/>
                      <a:pt x="3034" y="3867"/>
                    </a:cubicBezTo>
                    <a:cubicBezTo>
                      <a:pt x="2974" y="3867"/>
                      <a:pt x="2913" y="3860"/>
                      <a:pt x="2853" y="3847"/>
                    </a:cubicBezTo>
                    <a:cubicBezTo>
                      <a:pt x="2638" y="3799"/>
                      <a:pt x="2452" y="3669"/>
                      <a:pt x="2335" y="3481"/>
                    </a:cubicBezTo>
                    <a:cubicBezTo>
                      <a:pt x="2216" y="3294"/>
                      <a:pt x="2178" y="3071"/>
                      <a:pt x="2228" y="2856"/>
                    </a:cubicBezTo>
                    <a:cubicBezTo>
                      <a:pt x="2315" y="2470"/>
                      <a:pt x="2659" y="2208"/>
                      <a:pt x="3036" y="2208"/>
                    </a:cubicBezTo>
                    <a:close/>
                    <a:moveTo>
                      <a:pt x="3035" y="1987"/>
                    </a:moveTo>
                    <a:cubicBezTo>
                      <a:pt x="2555" y="1987"/>
                      <a:pt x="2122" y="2319"/>
                      <a:pt x="2013" y="2806"/>
                    </a:cubicBezTo>
                    <a:cubicBezTo>
                      <a:pt x="1952" y="3079"/>
                      <a:pt x="1998" y="3360"/>
                      <a:pt x="2150" y="3598"/>
                    </a:cubicBezTo>
                    <a:cubicBezTo>
                      <a:pt x="2298" y="3837"/>
                      <a:pt x="2532" y="4001"/>
                      <a:pt x="2805" y="4063"/>
                    </a:cubicBezTo>
                    <a:cubicBezTo>
                      <a:pt x="2882" y="4080"/>
                      <a:pt x="2960" y="4089"/>
                      <a:pt x="3036" y="4089"/>
                    </a:cubicBezTo>
                    <a:cubicBezTo>
                      <a:pt x="3516" y="4089"/>
                      <a:pt x="3950" y="3756"/>
                      <a:pt x="4062" y="3271"/>
                    </a:cubicBezTo>
                    <a:cubicBezTo>
                      <a:pt x="4124" y="2997"/>
                      <a:pt x="4076" y="2716"/>
                      <a:pt x="3926" y="2478"/>
                    </a:cubicBezTo>
                    <a:cubicBezTo>
                      <a:pt x="3777" y="2240"/>
                      <a:pt x="3544" y="2075"/>
                      <a:pt x="3270" y="2014"/>
                    </a:cubicBezTo>
                    <a:cubicBezTo>
                      <a:pt x="3191" y="1996"/>
                      <a:pt x="3112" y="1987"/>
                      <a:pt x="3035" y="1987"/>
                    </a:cubicBezTo>
                    <a:close/>
                    <a:moveTo>
                      <a:pt x="3275" y="264"/>
                    </a:moveTo>
                    <a:lnTo>
                      <a:pt x="4014" y="432"/>
                    </a:lnTo>
                    <a:lnTo>
                      <a:pt x="3833" y="1236"/>
                    </a:lnTo>
                    <a:lnTo>
                      <a:pt x="3910" y="1275"/>
                    </a:lnTo>
                    <a:cubicBezTo>
                      <a:pt x="4094" y="1367"/>
                      <a:pt x="4260" y="1485"/>
                      <a:pt x="4407" y="1627"/>
                    </a:cubicBezTo>
                    <a:lnTo>
                      <a:pt x="4469" y="1688"/>
                    </a:lnTo>
                    <a:lnTo>
                      <a:pt x="5166" y="1246"/>
                    </a:lnTo>
                    <a:lnTo>
                      <a:pt x="5572" y="1887"/>
                    </a:lnTo>
                    <a:lnTo>
                      <a:pt x="4873" y="2327"/>
                    </a:lnTo>
                    <a:lnTo>
                      <a:pt x="4902" y="2410"/>
                    </a:lnTo>
                    <a:cubicBezTo>
                      <a:pt x="4967" y="2602"/>
                      <a:pt x="5001" y="2803"/>
                      <a:pt x="5003" y="3008"/>
                    </a:cubicBezTo>
                    <a:lnTo>
                      <a:pt x="5006" y="3096"/>
                    </a:lnTo>
                    <a:lnTo>
                      <a:pt x="5810" y="3277"/>
                    </a:lnTo>
                    <a:lnTo>
                      <a:pt x="5643" y="4017"/>
                    </a:lnTo>
                    <a:lnTo>
                      <a:pt x="4838" y="3834"/>
                    </a:lnTo>
                    <a:lnTo>
                      <a:pt x="4798" y="3912"/>
                    </a:lnTo>
                    <a:cubicBezTo>
                      <a:pt x="4707" y="4096"/>
                      <a:pt x="4589" y="4263"/>
                      <a:pt x="4448" y="4408"/>
                    </a:cubicBezTo>
                    <a:lnTo>
                      <a:pt x="4387" y="4471"/>
                    </a:lnTo>
                    <a:lnTo>
                      <a:pt x="4827" y="5169"/>
                    </a:lnTo>
                    <a:lnTo>
                      <a:pt x="4188" y="5574"/>
                    </a:lnTo>
                    <a:lnTo>
                      <a:pt x="3748" y="4875"/>
                    </a:lnTo>
                    <a:lnTo>
                      <a:pt x="3664" y="4903"/>
                    </a:lnTo>
                    <a:cubicBezTo>
                      <a:pt x="3472" y="4970"/>
                      <a:pt x="3270" y="5004"/>
                      <a:pt x="3065" y="5007"/>
                    </a:cubicBezTo>
                    <a:lnTo>
                      <a:pt x="2978" y="5008"/>
                    </a:lnTo>
                    <a:lnTo>
                      <a:pt x="2796" y="5813"/>
                    </a:lnTo>
                    <a:lnTo>
                      <a:pt x="2058" y="5644"/>
                    </a:lnTo>
                    <a:lnTo>
                      <a:pt x="2239" y="4841"/>
                    </a:lnTo>
                    <a:lnTo>
                      <a:pt x="2161" y="4801"/>
                    </a:lnTo>
                    <a:cubicBezTo>
                      <a:pt x="1977" y="4710"/>
                      <a:pt x="1812" y="4591"/>
                      <a:pt x="1665" y="4449"/>
                    </a:cubicBezTo>
                    <a:lnTo>
                      <a:pt x="1602" y="4390"/>
                    </a:lnTo>
                    <a:lnTo>
                      <a:pt x="905" y="4830"/>
                    </a:lnTo>
                    <a:lnTo>
                      <a:pt x="499" y="4191"/>
                    </a:lnTo>
                    <a:lnTo>
                      <a:pt x="1198" y="3749"/>
                    </a:lnTo>
                    <a:lnTo>
                      <a:pt x="1170" y="3667"/>
                    </a:lnTo>
                    <a:cubicBezTo>
                      <a:pt x="1105" y="3474"/>
                      <a:pt x="1071" y="3273"/>
                      <a:pt x="1068" y="3068"/>
                    </a:cubicBezTo>
                    <a:lnTo>
                      <a:pt x="1065" y="2981"/>
                    </a:lnTo>
                    <a:lnTo>
                      <a:pt x="262" y="2799"/>
                    </a:lnTo>
                    <a:lnTo>
                      <a:pt x="429" y="2059"/>
                    </a:lnTo>
                    <a:lnTo>
                      <a:pt x="1233" y="2242"/>
                    </a:lnTo>
                    <a:lnTo>
                      <a:pt x="1273" y="2164"/>
                    </a:lnTo>
                    <a:cubicBezTo>
                      <a:pt x="1365" y="1980"/>
                      <a:pt x="1482" y="1815"/>
                      <a:pt x="1624" y="1668"/>
                    </a:cubicBezTo>
                    <a:lnTo>
                      <a:pt x="1685" y="1606"/>
                    </a:lnTo>
                    <a:lnTo>
                      <a:pt x="1245" y="907"/>
                    </a:lnTo>
                    <a:lnTo>
                      <a:pt x="1884" y="503"/>
                    </a:lnTo>
                    <a:lnTo>
                      <a:pt x="2324" y="1201"/>
                    </a:lnTo>
                    <a:lnTo>
                      <a:pt x="2407" y="1173"/>
                    </a:lnTo>
                    <a:cubicBezTo>
                      <a:pt x="2599" y="1108"/>
                      <a:pt x="2802" y="1074"/>
                      <a:pt x="3007" y="1070"/>
                    </a:cubicBezTo>
                    <a:lnTo>
                      <a:pt x="3093" y="1068"/>
                    </a:lnTo>
                    <a:lnTo>
                      <a:pt x="3275" y="264"/>
                    </a:lnTo>
                    <a:close/>
                    <a:moveTo>
                      <a:pt x="3111" y="0"/>
                    </a:moveTo>
                    <a:lnTo>
                      <a:pt x="2918" y="852"/>
                    </a:lnTo>
                    <a:cubicBezTo>
                      <a:pt x="2751" y="862"/>
                      <a:pt x="2582" y="890"/>
                      <a:pt x="2421" y="938"/>
                    </a:cubicBezTo>
                    <a:lnTo>
                      <a:pt x="1955" y="198"/>
                    </a:lnTo>
                    <a:lnTo>
                      <a:pt x="942" y="838"/>
                    </a:lnTo>
                    <a:lnTo>
                      <a:pt x="1409" y="1577"/>
                    </a:lnTo>
                    <a:cubicBezTo>
                      <a:pt x="1296" y="1703"/>
                      <a:pt x="1198" y="1840"/>
                      <a:pt x="1117" y="1989"/>
                    </a:cubicBezTo>
                    <a:lnTo>
                      <a:pt x="265" y="1796"/>
                    </a:lnTo>
                    <a:lnTo>
                      <a:pt x="0" y="2965"/>
                    </a:lnTo>
                    <a:lnTo>
                      <a:pt x="852" y="3158"/>
                    </a:lnTo>
                    <a:cubicBezTo>
                      <a:pt x="860" y="3325"/>
                      <a:pt x="888" y="3492"/>
                      <a:pt x="936" y="3655"/>
                    </a:cubicBezTo>
                    <a:lnTo>
                      <a:pt x="198" y="4121"/>
                    </a:lnTo>
                    <a:lnTo>
                      <a:pt x="837" y="5134"/>
                    </a:lnTo>
                    <a:lnTo>
                      <a:pt x="1577" y="4667"/>
                    </a:lnTo>
                    <a:cubicBezTo>
                      <a:pt x="1701" y="4780"/>
                      <a:pt x="1840" y="4878"/>
                      <a:pt x="1989" y="4958"/>
                    </a:cubicBezTo>
                    <a:lnTo>
                      <a:pt x="1796" y="5811"/>
                    </a:lnTo>
                    <a:lnTo>
                      <a:pt x="2964" y="6076"/>
                    </a:lnTo>
                    <a:lnTo>
                      <a:pt x="3158" y="5224"/>
                    </a:lnTo>
                    <a:cubicBezTo>
                      <a:pt x="3328" y="5216"/>
                      <a:pt x="3495" y="5188"/>
                      <a:pt x="3656" y="5139"/>
                    </a:cubicBezTo>
                    <a:lnTo>
                      <a:pt x="4122" y="5878"/>
                    </a:lnTo>
                    <a:lnTo>
                      <a:pt x="5135" y="5238"/>
                    </a:lnTo>
                    <a:lnTo>
                      <a:pt x="4668" y="4499"/>
                    </a:lnTo>
                    <a:cubicBezTo>
                      <a:pt x="4780" y="4374"/>
                      <a:pt x="4876" y="4236"/>
                      <a:pt x="4958" y="4087"/>
                    </a:cubicBezTo>
                    <a:lnTo>
                      <a:pt x="5810" y="4280"/>
                    </a:lnTo>
                    <a:lnTo>
                      <a:pt x="6075" y="3112"/>
                    </a:lnTo>
                    <a:lnTo>
                      <a:pt x="5223" y="2919"/>
                    </a:lnTo>
                    <a:cubicBezTo>
                      <a:pt x="5214" y="2751"/>
                      <a:pt x="5186" y="2583"/>
                      <a:pt x="5138" y="2423"/>
                    </a:cubicBezTo>
                    <a:lnTo>
                      <a:pt x="5877" y="1958"/>
                    </a:lnTo>
                    <a:lnTo>
                      <a:pt x="5237" y="942"/>
                    </a:lnTo>
                    <a:lnTo>
                      <a:pt x="4499" y="1409"/>
                    </a:lnTo>
                    <a:cubicBezTo>
                      <a:pt x="4373" y="1296"/>
                      <a:pt x="4236" y="1200"/>
                      <a:pt x="4087" y="1118"/>
                    </a:cubicBezTo>
                    <a:lnTo>
                      <a:pt x="4279" y="266"/>
                    </a:lnTo>
                    <a:lnTo>
                      <a:pt x="3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6" name="Google Shape;246;p25"/>
            <p:cNvSpPr/>
            <p:nvPr/>
          </p:nvSpPr>
          <p:spPr>
            <a:xfrm>
              <a:off x="351007" y="4851004"/>
              <a:ext cx="195319" cy="195319"/>
            </a:xfrm>
            <a:custGeom>
              <a:avLst/>
              <a:gdLst/>
              <a:ahLst/>
              <a:cxnLst/>
              <a:rect l="l" t="t" r="r" b="b"/>
              <a:pathLst>
                <a:path w="4468" h="4468" extrusionOk="0">
                  <a:moveTo>
                    <a:pt x="1742" y="1"/>
                  </a:moveTo>
                  <a:lnTo>
                    <a:pt x="1742" y="1741"/>
                  </a:lnTo>
                  <a:lnTo>
                    <a:pt x="0" y="1741"/>
                  </a:lnTo>
                  <a:lnTo>
                    <a:pt x="0" y="2724"/>
                  </a:lnTo>
                  <a:lnTo>
                    <a:pt x="1742" y="2724"/>
                  </a:lnTo>
                  <a:lnTo>
                    <a:pt x="1742" y="4468"/>
                  </a:lnTo>
                  <a:lnTo>
                    <a:pt x="2725" y="4468"/>
                  </a:lnTo>
                  <a:lnTo>
                    <a:pt x="2725" y="2724"/>
                  </a:lnTo>
                  <a:lnTo>
                    <a:pt x="4467" y="2724"/>
                  </a:lnTo>
                  <a:lnTo>
                    <a:pt x="4467" y="1741"/>
                  </a:lnTo>
                  <a:lnTo>
                    <a:pt x="2725" y="174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25"/>
          <p:cNvGrpSpPr/>
          <p:nvPr/>
        </p:nvGrpSpPr>
        <p:grpSpPr>
          <a:xfrm>
            <a:off x="-1" y="-2858"/>
            <a:ext cx="9144000" cy="542347"/>
            <a:chOff x="-1" y="-2858"/>
            <a:chExt cx="9144000" cy="542347"/>
          </a:xfrm>
        </p:grpSpPr>
        <p:sp>
          <p:nvSpPr>
            <p:cNvPr id="248" name="Google Shape;248;p25"/>
            <p:cNvSpPr/>
            <p:nvPr/>
          </p:nvSpPr>
          <p:spPr>
            <a:xfrm>
              <a:off x="-1" y="-2858"/>
              <a:ext cx="9144000" cy="292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" name="Google Shape;249;p25"/>
            <p:cNvGrpSpPr/>
            <p:nvPr/>
          </p:nvGrpSpPr>
          <p:grpSpPr>
            <a:xfrm>
              <a:off x="8648037" y="173417"/>
              <a:ext cx="405042" cy="366072"/>
              <a:chOff x="4895337" y="3503117"/>
              <a:chExt cx="405042" cy="366072"/>
            </a:xfrm>
          </p:grpSpPr>
          <p:sp>
            <p:nvSpPr>
              <p:cNvPr id="250" name="Google Shape;250;p25"/>
              <p:cNvSpPr/>
              <p:nvPr/>
            </p:nvSpPr>
            <p:spPr>
              <a:xfrm>
                <a:off x="4916255" y="3519206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5"/>
              <p:cNvSpPr/>
              <p:nvPr/>
            </p:nvSpPr>
            <p:spPr>
              <a:xfrm>
                <a:off x="4895337" y="3503117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5"/>
              <p:cNvSpPr/>
              <p:nvPr/>
            </p:nvSpPr>
            <p:spPr>
              <a:xfrm>
                <a:off x="4999946" y="3593432"/>
                <a:ext cx="180237" cy="180849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4137" extrusionOk="0">
                    <a:moveTo>
                      <a:pt x="2062" y="1"/>
                    </a:moveTo>
                    <a:cubicBezTo>
                      <a:pt x="1996" y="1"/>
                      <a:pt x="1931" y="26"/>
                      <a:pt x="1880" y="74"/>
                    </a:cubicBezTo>
                    <a:cubicBezTo>
                      <a:pt x="1630" y="307"/>
                      <a:pt x="1116" y="661"/>
                      <a:pt x="268" y="675"/>
                    </a:cubicBezTo>
                    <a:cubicBezTo>
                      <a:pt x="121" y="677"/>
                      <a:pt x="1" y="795"/>
                      <a:pt x="2" y="944"/>
                    </a:cubicBezTo>
                    <a:cubicBezTo>
                      <a:pt x="9" y="1637"/>
                      <a:pt x="203" y="3448"/>
                      <a:pt x="1965" y="4120"/>
                    </a:cubicBezTo>
                    <a:cubicBezTo>
                      <a:pt x="1996" y="4133"/>
                      <a:pt x="2028" y="4137"/>
                      <a:pt x="2062" y="4137"/>
                    </a:cubicBezTo>
                    <a:cubicBezTo>
                      <a:pt x="2078" y="4137"/>
                      <a:pt x="2095" y="4135"/>
                      <a:pt x="2112" y="4133"/>
                    </a:cubicBezTo>
                    <a:cubicBezTo>
                      <a:pt x="2127" y="4128"/>
                      <a:pt x="2143" y="4126"/>
                      <a:pt x="2159" y="4119"/>
                    </a:cubicBezTo>
                    <a:cubicBezTo>
                      <a:pt x="2381" y="4034"/>
                      <a:pt x="2574" y="3932"/>
                      <a:pt x="2750" y="3817"/>
                    </a:cubicBezTo>
                    <a:cubicBezTo>
                      <a:pt x="2966" y="3674"/>
                      <a:pt x="3150" y="3508"/>
                      <a:pt x="3304" y="3331"/>
                    </a:cubicBezTo>
                    <a:cubicBezTo>
                      <a:pt x="3334" y="3295"/>
                      <a:pt x="3365" y="3260"/>
                      <a:pt x="3393" y="3223"/>
                    </a:cubicBezTo>
                    <a:cubicBezTo>
                      <a:pt x="3564" y="3006"/>
                      <a:pt x="3697" y="2771"/>
                      <a:pt x="3798" y="2538"/>
                    </a:cubicBezTo>
                    <a:cubicBezTo>
                      <a:pt x="3832" y="2460"/>
                      <a:pt x="3861" y="2382"/>
                      <a:pt x="3888" y="2304"/>
                    </a:cubicBezTo>
                    <a:cubicBezTo>
                      <a:pt x="3955" y="2110"/>
                      <a:pt x="4004" y="1921"/>
                      <a:pt x="4038" y="1743"/>
                    </a:cubicBezTo>
                    <a:cubicBezTo>
                      <a:pt x="4100" y="1420"/>
                      <a:pt x="4117" y="1138"/>
                      <a:pt x="4119" y="944"/>
                    </a:cubicBezTo>
                    <a:cubicBezTo>
                      <a:pt x="4123" y="794"/>
                      <a:pt x="4004" y="675"/>
                      <a:pt x="3856" y="672"/>
                    </a:cubicBezTo>
                    <a:cubicBezTo>
                      <a:pt x="3749" y="671"/>
                      <a:pt x="3649" y="664"/>
                      <a:pt x="3553" y="654"/>
                    </a:cubicBezTo>
                    <a:cubicBezTo>
                      <a:pt x="3458" y="643"/>
                      <a:pt x="3368" y="627"/>
                      <a:pt x="3281" y="607"/>
                    </a:cubicBezTo>
                    <a:cubicBezTo>
                      <a:pt x="3153" y="579"/>
                      <a:pt x="3035" y="542"/>
                      <a:pt x="2928" y="500"/>
                    </a:cubicBezTo>
                    <a:cubicBezTo>
                      <a:pt x="2608" y="374"/>
                      <a:pt x="2383" y="204"/>
                      <a:pt x="2243" y="74"/>
                    </a:cubicBezTo>
                    <a:cubicBezTo>
                      <a:pt x="2232" y="61"/>
                      <a:pt x="2218" y="50"/>
                      <a:pt x="2204" y="42"/>
                    </a:cubicBezTo>
                    <a:cubicBezTo>
                      <a:pt x="2174" y="25"/>
                      <a:pt x="2143" y="12"/>
                      <a:pt x="2112" y="6"/>
                    </a:cubicBezTo>
                    <a:cubicBezTo>
                      <a:pt x="2095" y="3"/>
                      <a:pt x="2079" y="1"/>
                      <a:pt x="20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3" name="Google Shape;253;p25"/>
            <p:cNvSpPr/>
            <p:nvPr/>
          </p:nvSpPr>
          <p:spPr>
            <a:xfrm>
              <a:off x="8584983" y="73850"/>
              <a:ext cx="258225" cy="294464"/>
            </a:xfrm>
            <a:custGeom>
              <a:avLst/>
              <a:gdLst/>
              <a:ahLst/>
              <a:cxnLst/>
              <a:rect l="l" t="t" r="r" b="b"/>
              <a:pathLst>
                <a:path w="5907" h="6736" extrusionOk="0">
                  <a:moveTo>
                    <a:pt x="2953" y="0"/>
                  </a:moveTo>
                  <a:cubicBezTo>
                    <a:pt x="1322" y="0"/>
                    <a:pt x="0" y="1322"/>
                    <a:pt x="0" y="2953"/>
                  </a:cubicBezTo>
                  <a:cubicBezTo>
                    <a:pt x="0" y="4521"/>
                    <a:pt x="1223" y="5805"/>
                    <a:pt x="2766" y="5900"/>
                  </a:cubicBezTo>
                  <a:lnTo>
                    <a:pt x="2766" y="6736"/>
                  </a:lnTo>
                  <a:cubicBezTo>
                    <a:pt x="2766" y="6736"/>
                    <a:pt x="3461" y="6365"/>
                    <a:pt x="3644" y="5823"/>
                  </a:cubicBezTo>
                  <a:cubicBezTo>
                    <a:pt x="4944" y="5512"/>
                    <a:pt x="5907" y="4346"/>
                    <a:pt x="5907" y="2953"/>
                  </a:cubicBezTo>
                  <a:cubicBezTo>
                    <a:pt x="5907" y="1322"/>
                    <a:pt x="4585" y="0"/>
                    <a:pt x="2953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31"/>
          <p:cNvGrpSpPr/>
          <p:nvPr/>
        </p:nvGrpSpPr>
        <p:grpSpPr>
          <a:xfrm>
            <a:off x="0" y="0"/>
            <a:ext cx="1043443" cy="5143500"/>
            <a:chOff x="0" y="0"/>
            <a:chExt cx="1043443" cy="5143500"/>
          </a:xfrm>
        </p:grpSpPr>
        <p:sp>
          <p:nvSpPr>
            <p:cNvPr id="359" name="Google Shape;359;p31"/>
            <p:cNvSpPr/>
            <p:nvPr/>
          </p:nvSpPr>
          <p:spPr>
            <a:xfrm>
              <a:off x="0" y="0"/>
              <a:ext cx="292500" cy="5143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5000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" name="Google Shape;360;p31"/>
            <p:cNvGrpSpPr/>
            <p:nvPr/>
          </p:nvGrpSpPr>
          <p:grpSpPr>
            <a:xfrm>
              <a:off x="147940" y="2971070"/>
              <a:ext cx="895504" cy="603534"/>
              <a:chOff x="2651540" y="3607595"/>
              <a:chExt cx="895504" cy="603534"/>
            </a:xfrm>
          </p:grpSpPr>
          <p:sp>
            <p:nvSpPr>
              <p:cNvPr id="361" name="Google Shape;361;p31"/>
              <p:cNvSpPr/>
              <p:nvPr/>
            </p:nvSpPr>
            <p:spPr>
              <a:xfrm>
                <a:off x="2677290" y="3639774"/>
                <a:ext cx="869754" cy="571355"/>
              </a:xfrm>
              <a:custGeom>
                <a:avLst/>
                <a:gdLst/>
                <a:ahLst/>
                <a:cxnLst/>
                <a:rect l="l" t="t" r="r" b="b"/>
                <a:pathLst>
                  <a:path w="19896" h="13070" extrusionOk="0">
                    <a:moveTo>
                      <a:pt x="117" y="0"/>
                    </a:moveTo>
                    <a:cubicBezTo>
                      <a:pt x="54" y="0"/>
                      <a:pt x="0" y="51"/>
                      <a:pt x="0" y="118"/>
                    </a:cubicBezTo>
                    <a:lnTo>
                      <a:pt x="0" y="12952"/>
                    </a:lnTo>
                    <a:cubicBezTo>
                      <a:pt x="0" y="13016"/>
                      <a:pt x="52" y="13070"/>
                      <a:pt x="117" y="13070"/>
                    </a:cubicBezTo>
                    <a:lnTo>
                      <a:pt x="19777" y="13070"/>
                    </a:lnTo>
                    <a:cubicBezTo>
                      <a:pt x="19843" y="13070"/>
                      <a:pt x="19896" y="13017"/>
                      <a:pt x="19896" y="12952"/>
                    </a:cubicBezTo>
                    <a:lnTo>
                      <a:pt x="19896" y="118"/>
                    </a:lnTo>
                    <a:cubicBezTo>
                      <a:pt x="19896" y="54"/>
                      <a:pt x="19845" y="0"/>
                      <a:pt x="197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2651540" y="3607595"/>
                <a:ext cx="869754" cy="571355"/>
              </a:xfrm>
              <a:custGeom>
                <a:avLst/>
                <a:gdLst/>
                <a:ahLst/>
                <a:cxnLst/>
                <a:rect l="l" t="t" r="r" b="b"/>
                <a:pathLst>
                  <a:path w="19896" h="13070" extrusionOk="0">
                    <a:moveTo>
                      <a:pt x="117" y="0"/>
                    </a:moveTo>
                    <a:cubicBezTo>
                      <a:pt x="54" y="0"/>
                      <a:pt x="0" y="51"/>
                      <a:pt x="0" y="118"/>
                    </a:cubicBezTo>
                    <a:lnTo>
                      <a:pt x="0" y="12952"/>
                    </a:lnTo>
                    <a:cubicBezTo>
                      <a:pt x="0" y="13016"/>
                      <a:pt x="52" y="13070"/>
                      <a:pt x="117" y="13070"/>
                    </a:cubicBezTo>
                    <a:lnTo>
                      <a:pt x="19777" y="13070"/>
                    </a:lnTo>
                    <a:cubicBezTo>
                      <a:pt x="19843" y="13070"/>
                      <a:pt x="19896" y="13017"/>
                      <a:pt x="19896" y="12952"/>
                    </a:cubicBezTo>
                    <a:lnTo>
                      <a:pt x="19896" y="118"/>
                    </a:lnTo>
                    <a:cubicBezTo>
                      <a:pt x="19896" y="54"/>
                      <a:pt x="19845" y="0"/>
                      <a:pt x="19778" y="0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2651540" y="3607595"/>
                <a:ext cx="869754" cy="571355"/>
              </a:xfrm>
              <a:custGeom>
                <a:avLst/>
                <a:gdLst/>
                <a:ahLst/>
                <a:cxnLst/>
                <a:rect l="l" t="t" r="r" b="b"/>
                <a:pathLst>
                  <a:path w="19896" h="13070" extrusionOk="0">
                    <a:moveTo>
                      <a:pt x="117" y="0"/>
                    </a:moveTo>
                    <a:cubicBezTo>
                      <a:pt x="54" y="0"/>
                      <a:pt x="0" y="51"/>
                      <a:pt x="0" y="118"/>
                    </a:cubicBezTo>
                    <a:lnTo>
                      <a:pt x="0" y="12952"/>
                    </a:lnTo>
                    <a:cubicBezTo>
                      <a:pt x="0" y="13016"/>
                      <a:pt x="52" y="13070"/>
                      <a:pt x="117" y="13070"/>
                    </a:cubicBezTo>
                    <a:lnTo>
                      <a:pt x="19777" y="13070"/>
                    </a:lnTo>
                    <a:cubicBezTo>
                      <a:pt x="19843" y="13070"/>
                      <a:pt x="19896" y="13017"/>
                      <a:pt x="19896" y="12952"/>
                    </a:cubicBezTo>
                    <a:lnTo>
                      <a:pt x="19896" y="118"/>
                    </a:lnTo>
                    <a:cubicBezTo>
                      <a:pt x="19896" y="54"/>
                      <a:pt x="19845" y="0"/>
                      <a:pt x="1977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  <a:alpha val="64600"/>
                    </a:srgbClr>
                  </a:gs>
                  <a:gs pos="100000">
                    <a:srgbClr val="39C4FF">
                      <a:alpha val="21176"/>
                      <a:alpha val="64600"/>
                    </a:srgbClr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1"/>
              <p:cNvSpPr/>
              <p:nvPr/>
            </p:nvSpPr>
            <p:spPr>
              <a:xfrm>
                <a:off x="2693244" y="3653889"/>
                <a:ext cx="786083" cy="238028"/>
              </a:xfrm>
              <a:custGeom>
                <a:avLst/>
                <a:gdLst/>
                <a:ahLst/>
                <a:cxnLst/>
                <a:rect l="l" t="t" r="r" b="b"/>
                <a:pathLst>
                  <a:path w="17982" h="5445" extrusionOk="0">
                    <a:moveTo>
                      <a:pt x="387" y="1"/>
                    </a:moveTo>
                    <a:cubicBezTo>
                      <a:pt x="268" y="1"/>
                      <a:pt x="153" y="64"/>
                      <a:pt x="91" y="175"/>
                    </a:cubicBezTo>
                    <a:cubicBezTo>
                      <a:pt x="1" y="337"/>
                      <a:pt x="60" y="544"/>
                      <a:pt x="223" y="634"/>
                    </a:cubicBezTo>
                    <a:lnTo>
                      <a:pt x="8806" y="5403"/>
                    </a:lnTo>
                    <a:cubicBezTo>
                      <a:pt x="8857" y="5431"/>
                      <a:pt x="8914" y="5445"/>
                      <a:pt x="8970" y="5445"/>
                    </a:cubicBezTo>
                    <a:lnTo>
                      <a:pt x="9014" y="5445"/>
                    </a:lnTo>
                    <a:cubicBezTo>
                      <a:pt x="9072" y="5445"/>
                      <a:pt x="9129" y="5429"/>
                      <a:pt x="9177" y="5403"/>
                    </a:cubicBezTo>
                    <a:lnTo>
                      <a:pt x="17761" y="634"/>
                    </a:lnTo>
                    <a:cubicBezTo>
                      <a:pt x="17923" y="542"/>
                      <a:pt x="17981" y="337"/>
                      <a:pt x="17892" y="175"/>
                    </a:cubicBezTo>
                    <a:cubicBezTo>
                      <a:pt x="17830" y="64"/>
                      <a:pt x="17715" y="1"/>
                      <a:pt x="17596" y="1"/>
                    </a:cubicBezTo>
                    <a:cubicBezTo>
                      <a:pt x="17540" y="1"/>
                      <a:pt x="17484" y="14"/>
                      <a:pt x="17433" y="43"/>
                    </a:cubicBezTo>
                    <a:lnTo>
                      <a:pt x="8992" y="4732"/>
                    </a:lnTo>
                    <a:lnTo>
                      <a:pt x="551" y="43"/>
                    </a:lnTo>
                    <a:cubicBezTo>
                      <a:pt x="499" y="14"/>
                      <a:pt x="442" y="1"/>
                      <a:pt x="3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5" name="Google Shape;365;p31"/>
            <p:cNvGrpSpPr/>
            <p:nvPr/>
          </p:nvGrpSpPr>
          <p:grpSpPr>
            <a:xfrm>
              <a:off x="46526" y="3295186"/>
              <a:ext cx="426877" cy="228498"/>
              <a:chOff x="1812651" y="3300236"/>
              <a:chExt cx="426877" cy="228498"/>
            </a:xfrm>
          </p:grpSpPr>
          <p:sp>
            <p:nvSpPr>
              <p:cNvPr id="366" name="Google Shape;366;p31"/>
              <p:cNvSpPr/>
              <p:nvPr/>
            </p:nvSpPr>
            <p:spPr>
              <a:xfrm>
                <a:off x="1812651" y="3300236"/>
                <a:ext cx="426877" cy="228498"/>
              </a:xfrm>
              <a:custGeom>
                <a:avLst/>
                <a:gdLst/>
                <a:ahLst/>
                <a:cxnLst/>
                <a:rect l="l" t="t" r="r" b="b"/>
                <a:pathLst>
                  <a:path w="9765" h="5227" extrusionOk="0">
                    <a:moveTo>
                      <a:pt x="0" y="0"/>
                    </a:moveTo>
                    <a:lnTo>
                      <a:pt x="0" y="5227"/>
                    </a:lnTo>
                    <a:lnTo>
                      <a:pt x="9765" y="5227"/>
                    </a:lnTo>
                    <a:lnTo>
                      <a:pt x="9765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1843426" y="3356934"/>
                <a:ext cx="359206" cy="9180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210" extrusionOk="0">
                    <a:moveTo>
                      <a:pt x="0" y="0"/>
                    </a:moveTo>
                    <a:lnTo>
                      <a:pt x="0" y="209"/>
                    </a:lnTo>
                    <a:lnTo>
                      <a:pt x="8217" y="209"/>
                    </a:lnTo>
                    <a:lnTo>
                      <a:pt x="8217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1"/>
              <p:cNvSpPr/>
              <p:nvPr/>
            </p:nvSpPr>
            <p:spPr>
              <a:xfrm>
                <a:off x="1843426" y="3403884"/>
                <a:ext cx="359206" cy="9224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211" extrusionOk="0">
                    <a:moveTo>
                      <a:pt x="0" y="1"/>
                    </a:moveTo>
                    <a:lnTo>
                      <a:pt x="0" y="210"/>
                    </a:lnTo>
                    <a:lnTo>
                      <a:pt x="8217" y="210"/>
                    </a:lnTo>
                    <a:lnTo>
                      <a:pt x="8217" y="1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1"/>
              <p:cNvSpPr/>
              <p:nvPr/>
            </p:nvSpPr>
            <p:spPr>
              <a:xfrm>
                <a:off x="1843426" y="3451009"/>
                <a:ext cx="201395" cy="9136"/>
              </a:xfrm>
              <a:custGeom>
                <a:avLst/>
                <a:gdLst/>
                <a:ahLst/>
                <a:cxnLst/>
                <a:rect l="l" t="t" r="r" b="b"/>
                <a:pathLst>
                  <a:path w="4607" h="209" extrusionOk="0">
                    <a:moveTo>
                      <a:pt x="0" y="0"/>
                    </a:moveTo>
                    <a:lnTo>
                      <a:pt x="0" y="208"/>
                    </a:lnTo>
                    <a:lnTo>
                      <a:pt x="4606" y="208"/>
                    </a:lnTo>
                    <a:lnTo>
                      <a:pt x="4606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31"/>
            <p:cNvSpPr/>
            <p:nvPr/>
          </p:nvSpPr>
          <p:spPr>
            <a:xfrm>
              <a:off x="46336" y="2371844"/>
              <a:ext cx="199821" cy="199909"/>
            </a:xfrm>
            <a:custGeom>
              <a:avLst/>
              <a:gdLst/>
              <a:ahLst/>
              <a:cxnLst/>
              <a:rect l="l" t="t" r="r" b="b"/>
              <a:pathLst>
                <a:path w="4571" h="4573" extrusionOk="0">
                  <a:moveTo>
                    <a:pt x="2212" y="1"/>
                  </a:moveTo>
                  <a:lnTo>
                    <a:pt x="1892" y="1712"/>
                  </a:lnTo>
                  <a:lnTo>
                    <a:pt x="180" y="1394"/>
                  </a:lnTo>
                  <a:lnTo>
                    <a:pt x="0" y="2359"/>
                  </a:lnTo>
                  <a:lnTo>
                    <a:pt x="1713" y="2679"/>
                  </a:lnTo>
                  <a:lnTo>
                    <a:pt x="1395" y="4392"/>
                  </a:lnTo>
                  <a:lnTo>
                    <a:pt x="2359" y="4573"/>
                  </a:lnTo>
                  <a:lnTo>
                    <a:pt x="2680" y="2860"/>
                  </a:lnTo>
                  <a:lnTo>
                    <a:pt x="4393" y="3180"/>
                  </a:lnTo>
                  <a:lnTo>
                    <a:pt x="4571" y="2212"/>
                  </a:lnTo>
                  <a:lnTo>
                    <a:pt x="2860" y="1893"/>
                  </a:lnTo>
                  <a:lnTo>
                    <a:pt x="3178" y="182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2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32"/>
          <p:cNvGrpSpPr/>
          <p:nvPr/>
        </p:nvGrpSpPr>
        <p:grpSpPr>
          <a:xfrm>
            <a:off x="-1" y="4419329"/>
            <a:ext cx="9144000" cy="731354"/>
            <a:chOff x="-1" y="4419329"/>
            <a:chExt cx="9144000" cy="731354"/>
          </a:xfrm>
        </p:grpSpPr>
        <p:sp>
          <p:nvSpPr>
            <p:cNvPr id="373" name="Google Shape;373;p32"/>
            <p:cNvSpPr/>
            <p:nvPr/>
          </p:nvSpPr>
          <p:spPr>
            <a:xfrm>
              <a:off x="-1" y="4858183"/>
              <a:ext cx="9144000" cy="292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50000">
                  <a:schemeClr val="l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4" name="Google Shape;374;p32"/>
            <p:cNvGrpSpPr/>
            <p:nvPr/>
          </p:nvGrpSpPr>
          <p:grpSpPr>
            <a:xfrm>
              <a:off x="248507" y="4419329"/>
              <a:ext cx="529563" cy="544732"/>
              <a:chOff x="3236532" y="2252479"/>
              <a:chExt cx="529563" cy="544732"/>
            </a:xfrm>
          </p:grpSpPr>
          <p:sp>
            <p:nvSpPr>
              <p:cNvPr id="375" name="Google Shape;375;p32"/>
              <p:cNvSpPr/>
              <p:nvPr/>
            </p:nvSpPr>
            <p:spPr>
              <a:xfrm>
                <a:off x="3256991" y="2288150"/>
                <a:ext cx="509105" cy="509061"/>
              </a:xfrm>
              <a:custGeom>
                <a:avLst/>
                <a:gdLst/>
                <a:ahLst/>
                <a:cxnLst/>
                <a:rect l="l" t="t" r="r" b="b"/>
                <a:pathLst>
                  <a:path w="11646" h="11645" extrusionOk="0">
                    <a:moveTo>
                      <a:pt x="5822" y="0"/>
                    </a:moveTo>
                    <a:cubicBezTo>
                      <a:pt x="4278" y="0"/>
                      <a:pt x="2797" y="613"/>
                      <a:pt x="1706" y="1706"/>
                    </a:cubicBezTo>
                    <a:cubicBezTo>
                      <a:pt x="614" y="2797"/>
                      <a:pt x="0" y="4278"/>
                      <a:pt x="0" y="5822"/>
                    </a:cubicBezTo>
                    <a:cubicBezTo>
                      <a:pt x="0" y="7366"/>
                      <a:pt x="614" y="8847"/>
                      <a:pt x="1706" y="9939"/>
                    </a:cubicBezTo>
                    <a:cubicBezTo>
                      <a:pt x="2797" y="11032"/>
                      <a:pt x="4278" y="11644"/>
                      <a:pt x="5822" y="11644"/>
                    </a:cubicBezTo>
                    <a:cubicBezTo>
                      <a:pt x="7366" y="11644"/>
                      <a:pt x="8848" y="11032"/>
                      <a:pt x="9940" y="9939"/>
                    </a:cubicBezTo>
                    <a:cubicBezTo>
                      <a:pt x="11032" y="8847"/>
                      <a:pt x="11645" y="7366"/>
                      <a:pt x="11645" y="5822"/>
                    </a:cubicBezTo>
                    <a:cubicBezTo>
                      <a:pt x="11645" y="4278"/>
                      <a:pt x="11032" y="2797"/>
                      <a:pt x="9940" y="1706"/>
                    </a:cubicBezTo>
                    <a:cubicBezTo>
                      <a:pt x="8848" y="613"/>
                      <a:pt x="7366" y="0"/>
                      <a:pt x="58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2"/>
              <p:cNvSpPr/>
              <p:nvPr/>
            </p:nvSpPr>
            <p:spPr>
              <a:xfrm>
                <a:off x="3236532" y="2252479"/>
                <a:ext cx="509105" cy="509105"/>
              </a:xfrm>
              <a:custGeom>
                <a:avLst/>
                <a:gdLst/>
                <a:ahLst/>
                <a:cxnLst/>
                <a:rect l="l" t="t" r="r" b="b"/>
                <a:pathLst>
                  <a:path w="11646" h="11646" extrusionOk="0">
                    <a:moveTo>
                      <a:pt x="5822" y="0"/>
                    </a:moveTo>
                    <a:cubicBezTo>
                      <a:pt x="2606" y="0"/>
                      <a:pt x="0" y="2607"/>
                      <a:pt x="0" y="5822"/>
                    </a:cubicBezTo>
                    <a:cubicBezTo>
                      <a:pt x="0" y="9039"/>
                      <a:pt x="2606" y="11646"/>
                      <a:pt x="5822" y="11646"/>
                    </a:cubicBezTo>
                    <a:cubicBezTo>
                      <a:pt x="9038" y="11646"/>
                      <a:pt x="11645" y="9039"/>
                      <a:pt x="11645" y="5822"/>
                    </a:cubicBezTo>
                    <a:cubicBezTo>
                      <a:pt x="11645" y="2607"/>
                      <a:pt x="9038" y="0"/>
                      <a:pt x="58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2"/>
              <p:cNvSpPr/>
              <p:nvPr/>
            </p:nvSpPr>
            <p:spPr>
              <a:xfrm rot="-617710">
                <a:off x="3358275" y="2374218"/>
                <a:ext cx="265605" cy="265605"/>
              </a:xfrm>
              <a:custGeom>
                <a:avLst/>
                <a:gdLst/>
                <a:ahLst/>
                <a:cxnLst/>
                <a:rect l="l" t="t" r="r" b="b"/>
                <a:pathLst>
                  <a:path w="6076" h="6076" extrusionOk="0">
                    <a:moveTo>
                      <a:pt x="3036" y="2208"/>
                    </a:moveTo>
                    <a:cubicBezTo>
                      <a:pt x="3097" y="2208"/>
                      <a:pt x="3158" y="2215"/>
                      <a:pt x="3219" y="2229"/>
                    </a:cubicBezTo>
                    <a:cubicBezTo>
                      <a:pt x="3434" y="2277"/>
                      <a:pt x="3618" y="2409"/>
                      <a:pt x="3736" y="2595"/>
                    </a:cubicBezTo>
                    <a:cubicBezTo>
                      <a:pt x="3855" y="2784"/>
                      <a:pt x="3893" y="3006"/>
                      <a:pt x="3844" y="3222"/>
                    </a:cubicBezTo>
                    <a:cubicBezTo>
                      <a:pt x="3757" y="3607"/>
                      <a:pt x="3413" y="3867"/>
                      <a:pt x="3034" y="3867"/>
                    </a:cubicBezTo>
                    <a:cubicBezTo>
                      <a:pt x="2974" y="3867"/>
                      <a:pt x="2913" y="3860"/>
                      <a:pt x="2853" y="3847"/>
                    </a:cubicBezTo>
                    <a:cubicBezTo>
                      <a:pt x="2638" y="3799"/>
                      <a:pt x="2452" y="3669"/>
                      <a:pt x="2335" y="3481"/>
                    </a:cubicBezTo>
                    <a:cubicBezTo>
                      <a:pt x="2216" y="3294"/>
                      <a:pt x="2178" y="3071"/>
                      <a:pt x="2228" y="2856"/>
                    </a:cubicBezTo>
                    <a:cubicBezTo>
                      <a:pt x="2315" y="2470"/>
                      <a:pt x="2659" y="2208"/>
                      <a:pt x="3036" y="2208"/>
                    </a:cubicBezTo>
                    <a:close/>
                    <a:moveTo>
                      <a:pt x="3035" y="1987"/>
                    </a:moveTo>
                    <a:cubicBezTo>
                      <a:pt x="2555" y="1987"/>
                      <a:pt x="2122" y="2319"/>
                      <a:pt x="2013" y="2806"/>
                    </a:cubicBezTo>
                    <a:cubicBezTo>
                      <a:pt x="1952" y="3079"/>
                      <a:pt x="1998" y="3360"/>
                      <a:pt x="2150" y="3598"/>
                    </a:cubicBezTo>
                    <a:cubicBezTo>
                      <a:pt x="2298" y="3837"/>
                      <a:pt x="2532" y="4001"/>
                      <a:pt x="2805" y="4063"/>
                    </a:cubicBezTo>
                    <a:cubicBezTo>
                      <a:pt x="2882" y="4080"/>
                      <a:pt x="2960" y="4089"/>
                      <a:pt x="3036" y="4089"/>
                    </a:cubicBezTo>
                    <a:cubicBezTo>
                      <a:pt x="3516" y="4089"/>
                      <a:pt x="3950" y="3756"/>
                      <a:pt x="4062" y="3271"/>
                    </a:cubicBezTo>
                    <a:cubicBezTo>
                      <a:pt x="4124" y="2997"/>
                      <a:pt x="4076" y="2716"/>
                      <a:pt x="3926" y="2478"/>
                    </a:cubicBezTo>
                    <a:cubicBezTo>
                      <a:pt x="3777" y="2240"/>
                      <a:pt x="3544" y="2075"/>
                      <a:pt x="3270" y="2014"/>
                    </a:cubicBezTo>
                    <a:cubicBezTo>
                      <a:pt x="3191" y="1996"/>
                      <a:pt x="3112" y="1987"/>
                      <a:pt x="3035" y="1987"/>
                    </a:cubicBezTo>
                    <a:close/>
                    <a:moveTo>
                      <a:pt x="3275" y="264"/>
                    </a:moveTo>
                    <a:lnTo>
                      <a:pt x="4014" y="432"/>
                    </a:lnTo>
                    <a:lnTo>
                      <a:pt x="3833" y="1236"/>
                    </a:lnTo>
                    <a:lnTo>
                      <a:pt x="3910" y="1275"/>
                    </a:lnTo>
                    <a:cubicBezTo>
                      <a:pt x="4094" y="1367"/>
                      <a:pt x="4260" y="1485"/>
                      <a:pt x="4407" y="1627"/>
                    </a:cubicBezTo>
                    <a:lnTo>
                      <a:pt x="4469" y="1688"/>
                    </a:lnTo>
                    <a:lnTo>
                      <a:pt x="5166" y="1246"/>
                    </a:lnTo>
                    <a:lnTo>
                      <a:pt x="5572" y="1887"/>
                    </a:lnTo>
                    <a:lnTo>
                      <a:pt x="4873" y="2327"/>
                    </a:lnTo>
                    <a:lnTo>
                      <a:pt x="4902" y="2410"/>
                    </a:lnTo>
                    <a:cubicBezTo>
                      <a:pt x="4967" y="2602"/>
                      <a:pt x="5001" y="2803"/>
                      <a:pt x="5003" y="3008"/>
                    </a:cubicBezTo>
                    <a:lnTo>
                      <a:pt x="5006" y="3096"/>
                    </a:lnTo>
                    <a:lnTo>
                      <a:pt x="5810" y="3277"/>
                    </a:lnTo>
                    <a:lnTo>
                      <a:pt x="5643" y="4017"/>
                    </a:lnTo>
                    <a:lnTo>
                      <a:pt x="4838" y="3834"/>
                    </a:lnTo>
                    <a:lnTo>
                      <a:pt x="4798" y="3912"/>
                    </a:lnTo>
                    <a:cubicBezTo>
                      <a:pt x="4707" y="4096"/>
                      <a:pt x="4589" y="4263"/>
                      <a:pt x="4448" y="4408"/>
                    </a:cubicBezTo>
                    <a:lnTo>
                      <a:pt x="4387" y="4471"/>
                    </a:lnTo>
                    <a:lnTo>
                      <a:pt x="4827" y="5169"/>
                    </a:lnTo>
                    <a:lnTo>
                      <a:pt x="4188" y="5574"/>
                    </a:lnTo>
                    <a:lnTo>
                      <a:pt x="3748" y="4875"/>
                    </a:lnTo>
                    <a:lnTo>
                      <a:pt x="3664" y="4903"/>
                    </a:lnTo>
                    <a:cubicBezTo>
                      <a:pt x="3472" y="4970"/>
                      <a:pt x="3270" y="5004"/>
                      <a:pt x="3065" y="5007"/>
                    </a:cubicBezTo>
                    <a:lnTo>
                      <a:pt x="2978" y="5008"/>
                    </a:lnTo>
                    <a:lnTo>
                      <a:pt x="2796" y="5813"/>
                    </a:lnTo>
                    <a:lnTo>
                      <a:pt x="2058" y="5644"/>
                    </a:lnTo>
                    <a:lnTo>
                      <a:pt x="2239" y="4841"/>
                    </a:lnTo>
                    <a:lnTo>
                      <a:pt x="2161" y="4801"/>
                    </a:lnTo>
                    <a:cubicBezTo>
                      <a:pt x="1977" y="4710"/>
                      <a:pt x="1812" y="4591"/>
                      <a:pt x="1665" y="4449"/>
                    </a:cubicBezTo>
                    <a:lnTo>
                      <a:pt x="1602" y="4390"/>
                    </a:lnTo>
                    <a:lnTo>
                      <a:pt x="905" y="4830"/>
                    </a:lnTo>
                    <a:lnTo>
                      <a:pt x="499" y="4191"/>
                    </a:lnTo>
                    <a:lnTo>
                      <a:pt x="1198" y="3749"/>
                    </a:lnTo>
                    <a:lnTo>
                      <a:pt x="1170" y="3667"/>
                    </a:lnTo>
                    <a:cubicBezTo>
                      <a:pt x="1105" y="3474"/>
                      <a:pt x="1071" y="3273"/>
                      <a:pt x="1068" y="3068"/>
                    </a:cubicBezTo>
                    <a:lnTo>
                      <a:pt x="1065" y="2981"/>
                    </a:lnTo>
                    <a:lnTo>
                      <a:pt x="262" y="2799"/>
                    </a:lnTo>
                    <a:lnTo>
                      <a:pt x="429" y="2059"/>
                    </a:lnTo>
                    <a:lnTo>
                      <a:pt x="1233" y="2242"/>
                    </a:lnTo>
                    <a:lnTo>
                      <a:pt x="1273" y="2164"/>
                    </a:lnTo>
                    <a:cubicBezTo>
                      <a:pt x="1365" y="1980"/>
                      <a:pt x="1482" y="1815"/>
                      <a:pt x="1624" y="1668"/>
                    </a:cubicBezTo>
                    <a:lnTo>
                      <a:pt x="1685" y="1606"/>
                    </a:lnTo>
                    <a:lnTo>
                      <a:pt x="1245" y="907"/>
                    </a:lnTo>
                    <a:lnTo>
                      <a:pt x="1884" y="503"/>
                    </a:lnTo>
                    <a:lnTo>
                      <a:pt x="2324" y="1201"/>
                    </a:lnTo>
                    <a:lnTo>
                      <a:pt x="2407" y="1173"/>
                    </a:lnTo>
                    <a:cubicBezTo>
                      <a:pt x="2599" y="1108"/>
                      <a:pt x="2802" y="1074"/>
                      <a:pt x="3007" y="1070"/>
                    </a:cubicBezTo>
                    <a:lnTo>
                      <a:pt x="3093" y="1068"/>
                    </a:lnTo>
                    <a:lnTo>
                      <a:pt x="3275" y="264"/>
                    </a:lnTo>
                    <a:close/>
                    <a:moveTo>
                      <a:pt x="3111" y="0"/>
                    </a:moveTo>
                    <a:lnTo>
                      <a:pt x="2918" y="852"/>
                    </a:lnTo>
                    <a:cubicBezTo>
                      <a:pt x="2751" y="862"/>
                      <a:pt x="2582" y="890"/>
                      <a:pt x="2421" y="938"/>
                    </a:cubicBezTo>
                    <a:lnTo>
                      <a:pt x="1955" y="198"/>
                    </a:lnTo>
                    <a:lnTo>
                      <a:pt x="942" y="838"/>
                    </a:lnTo>
                    <a:lnTo>
                      <a:pt x="1409" y="1577"/>
                    </a:lnTo>
                    <a:cubicBezTo>
                      <a:pt x="1296" y="1703"/>
                      <a:pt x="1198" y="1840"/>
                      <a:pt x="1117" y="1989"/>
                    </a:cubicBezTo>
                    <a:lnTo>
                      <a:pt x="265" y="1796"/>
                    </a:lnTo>
                    <a:lnTo>
                      <a:pt x="0" y="2965"/>
                    </a:lnTo>
                    <a:lnTo>
                      <a:pt x="852" y="3158"/>
                    </a:lnTo>
                    <a:cubicBezTo>
                      <a:pt x="860" y="3325"/>
                      <a:pt x="888" y="3492"/>
                      <a:pt x="936" y="3655"/>
                    </a:cubicBezTo>
                    <a:lnTo>
                      <a:pt x="198" y="4121"/>
                    </a:lnTo>
                    <a:lnTo>
                      <a:pt x="837" y="5134"/>
                    </a:lnTo>
                    <a:lnTo>
                      <a:pt x="1577" y="4667"/>
                    </a:lnTo>
                    <a:cubicBezTo>
                      <a:pt x="1701" y="4780"/>
                      <a:pt x="1840" y="4878"/>
                      <a:pt x="1989" y="4958"/>
                    </a:cubicBezTo>
                    <a:lnTo>
                      <a:pt x="1796" y="5811"/>
                    </a:lnTo>
                    <a:lnTo>
                      <a:pt x="2964" y="6076"/>
                    </a:lnTo>
                    <a:lnTo>
                      <a:pt x="3158" y="5224"/>
                    </a:lnTo>
                    <a:cubicBezTo>
                      <a:pt x="3328" y="5216"/>
                      <a:pt x="3495" y="5188"/>
                      <a:pt x="3656" y="5139"/>
                    </a:cubicBezTo>
                    <a:lnTo>
                      <a:pt x="4122" y="5878"/>
                    </a:lnTo>
                    <a:lnTo>
                      <a:pt x="5135" y="5238"/>
                    </a:lnTo>
                    <a:lnTo>
                      <a:pt x="4668" y="4499"/>
                    </a:lnTo>
                    <a:cubicBezTo>
                      <a:pt x="4780" y="4374"/>
                      <a:pt x="4876" y="4236"/>
                      <a:pt x="4958" y="4087"/>
                    </a:cubicBezTo>
                    <a:lnTo>
                      <a:pt x="5810" y="4280"/>
                    </a:lnTo>
                    <a:lnTo>
                      <a:pt x="6075" y="3112"/>
                    </a:lnTo>
                    <a:lnTo>
                      <a:pt x="5223" y="2919"/>
                    </a:lnTo>
                    <a:cubicBezTo>
                      <a:pt x="5214" y="2751"/>
                      <a:pt x="5186" y="2583"/>
                      <a:pt x="5138" y="2423"/>
                    </a:cubicBezTo>
                    <a:lnTo>
                      <a:pt x="5877" y="1958"/>
                    </a:lnTo>
                    <a:lnTo>
                      <a:pt x="5237" y="942"/>
                    </a:lnTo>
                    <a:lnTo>
                      <a:pt x="4499" y="1409"/>
                    </a:lnTo>
                    <a:cubicBezTo>
                      <a:pt x="4373" y="1296"/>
                      <a:pt x="4236" y="1200"/>
                      <a:pt x="4087" y="1118"/>
                    </a:cubicBezTo>
                    <a:lnTo>
                      <a:pt x="4279" y="266"/>
                    </a:lnTo>
                    <a:lnTo>
                      <a:pt x="3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8" name="Google Shape;378;p32"/>
            <p:cNvSpPr/>
            <p:nvPr/>
          </p:nvSpPr>
          <p:spPr>
            <a:xfrm>
              <a:off x="351007" y="4851004"/>
              <a:ext cx="195319" cy="195319"/>
            </a:xfrm>
            <a:custGeom>
              <a:avLst/>
              <a:gdLst/>
              <a:ahLst/>
              <a:cxnLst/>
              <a:rect l="l" t="t" r="r" b="b"/>
              <a:pathLst>
                <a:path w="4468" h="4468" extrusionOk="0">
                  <a:moveTo>
                    <a:pt x="1742" y="1"/>
                  </a:moveTo>
                  <a:lnTo>
                    <a:pt x="1742" y="1741"/>
                  </a:lnTo>
                  <a:lnTo>
                    <a:pt x="0" y="1741"/>
                  </a:lnTo>
                  <a:lnTo>
                    <a:pt x="0" y="2724"/>
                  </a:lnTo>
                  <a:lnTo>
                    <a:pt x="1742" y="2724"/>
                  </a:lnTo>
                  <a:lnTo>
                    <a:pt x="1742" y="4468"/>
                  </a:lnTo>
                  <a:lnTo>
                    <a:pt x="2725" y="4468"/>
                  </a:lnTo>
                  <a:lnTo>
                    <a:pt x="2725" y="2724"/>
                  </a:lnTo>
                  <a:lnTo>
                    <a:pt x="4467" y="2724"/>
                  </a:lnTo>
                  <a:lnTo>
                    <a:pt x="4467" y="1741"/>
                  </a:lnTo>
                  <a:lnTo>
                    <a:pt x="2725" y="174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32"/>
          <p:cNvGrpSpPr/>
          <p:nvPr/>
        </p:nvGrpSpPr>
        <p:grpSpPr>
          <a:xfrm>
            <a:off x="-1" y="-2858"/>
            <a:ext cx="9144000" cy="542347"/>
            <a:chOff x="-1" y="-2858"/>
            <a:chExt cx="9144000" cy="542347"/>
          </a:xfrm>
        </p:grpSpPr>
        <p:sp>
          <p:nvSpPr>
            <p:cNvPr id="380" name="Google Shape;380;p32"/>
            <p:cNvSpPr/>
            <p:nvPr/>
          </p:nvSpPr>
          <p:spPr>
            <a:xfrm>
              <a:off x="-1" y="-2858"/>
              <a:ext cx="9144000" cy="292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1" name="Google Shape;381;p32"/>
            <p:cNvGrpSpPr/>
            <p:nvPr/>
          </p:nvGrpSpPr>
          <p:grpSpPr>
            <a:xfrm>
              <a:off x="8648037" y="173417"/>
              <a:ext cx="405042" cy="366072"/>
              <a:chOff x="4895337" y="3503117"/>
              <a:chExt cx="405042" cy="366072"/>
            </a:xfrm>
          </p:grpSpPr>
          <p:sp>
            <p:nvSpPr>
              <p:cNvPr id="382" name="Google Shape;382;p32"/>
              <p:cNvSpPr/>
              <p:nvPr/>
            </p:nvSpPr>
            <p:spPr>
              <a:xfrm>
                <a:off x="4916255" y="3519206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2"/>
              <p:cNvSpPr/>
              <p:nvPr/>
            </p:nvSpPr>
            <p:spPr>
              <a:xfrm>
                <a:off x="4895337" y="3503117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2"/>
              <p:cNvSpPr/>
              <p:nvPr/>
            </p:nvSpPr>
            <p:spPr>
              <a:xfrm>
                <a:off x="4999946" y="3593432"/>
                <a:ext cx="180237" cy="180849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4137" extrusionOk="0">
                    <a:moveTo>
                      <a:pt x="2062" y="1"/>
                    </a:moveTo>
                    <a:cubicBezTo>
                      <a:pt x="1996" y="1"/>
                      <a:pt x="1931" y="26"/>
                      <a:pt x="1880" y="74"/>
                    </a:cubicBezTo>
                    <a:cubicBezTo>
                      <a:pt x="1630" y="307"/>
                      <a:pt x="1116" y="661"/>
                      <a:pt x="268" y="675"/>
                    </a:cubicBezTo>
                    <a:cubicBezTo>
                      <a:pt x="121" y="677"/>
                      <a:pt x="1" y="795"/>
                      <a:pt x="2" y="944"/>
                    </a:cubicBezTo>
                    <a:cubicBezTo>
                      <a:pt x="9" y="1637"/>
                      <a:pt x="203" y="3448"/>
                      <a:pt x="1965" y="4120"/>
                    </a:cubicBezTo>
                    <a:cubicBezTo>
                      <a:pt x="1996" y="4133"/>
                      <a:pt x="2028" y="4137"/>
                      <a:pt x="2062" y="4137"/>
                    </a:cubicBezTo>
                    <a:cubicBezTo>
                      <a:pt x="2078" y="4137"/>
                      <a:pt x="2095" y="4135"/>
                      <a:pt x="2112" y="4133"/>
                    </a:cubicBezTo>
                    <a:cubicBezTo>
                      <a:pt x="2127" y="4128"/>
                      <a:pt x="2143" y="4126"/>
                      <a:pt x="2159" y="4119"/>
                    </a:cubicBezTo>
                    <a:cubicBezTo>
                      <a:pt x="2381" y="4034"/>
                      <a:pt x="2574" y="3932"/>
                      <a:pt x="2750" y="3817"/>
                    </a:cubicBezTo>
                    <a:cubicBezTo>
                      <a:pt x="2966" y="3674"/>
                      <a:pt x="3150" y="3508"/>
                      <a:pt x="3304" y="3331"/>
                    </a:cubicBezTo>
                    <a:cubicBezTo>
                      <a:pt x="3334" y="3295"/>
                      <a:pt x="3365" y="3260"/>
                      <a:pt x="3393" y="3223"/>
                    </a:cubicBezTo>
                    <a:cubicBezTo>
                      <a:pt x="3564" y="3006"/>
                      <a:pt x="3697" y="2771"/>
                      <a:pt x="3798" y="2538"/>
                    </a:cubicBezTo>
                    <a:cubicBezTo>
                      <a:pt x="3832" y="2460"/>
                      <a:pt x="3861" y="2382"/>
                      <a:pt x="3888" y="2304"/>
                    </a:cubicBezTo>
                    <a:cubicBezTo>
                      <a:pt x="3955" y="2110"/>
                      <a:pt x="4004" y="1921"/>
                      <a:pt x="4038" y="1743"/>
                    </a:cubicBezTo>
                    <a:cubicBezTo>
                      <a:pt x="4100" y="1420"/>
                      <a:pt x="4117" y="1138"/>
                      <a:pt x="4119" y="944"/>
                    </a:cubicBezTo>
                    <a:cubicBezTo>
                      <a:pt x="4123" y="794"/>
                      <a:pt x="4004" y="675"/>
                      <a:pt x="3856" y="672"/>
                    </a:cubicBezTo>
                    <a:cubicBezTo>
                      <a:pt x="3749" y="671"/>
                      <a:pt x="3649" y="664"/>
                      <a:pt x="3553" y="654"/>
                    </a:cubicBezTo>
                    <a:cubicBezTo>
                      <a:pt x="3458" y="643"/>
                      <a:pt x="3368" y="627"/>
                      <a:pt x="3281" y="607"/>
                    </a:cubicBezTo>
                    <a:cubicBezTo>
                      <a:pt x="3153" y="579"/>
                      <a:pt x="3035" y="542"/>
                      <a:pt x="2928" y="500"/>
                    </a:cubicBezTo>
                    <a:cubicBezTo>
                      <a:pt x="2608" y="374"/>
                      <a:pt x="2383" y="204"/>
                      <a:pt x="2243" y="74"/>
                    </a:cubicBezTo>
                    <a:cubicBezTo>
                      <a:pt x="2232" y="61"/>
                      <a:pt x="2218" y="50"/>
                      <a:pt x="2204" y="42"/>
                    </a:cubicBezTo>
                    <a:cubicBezTo>
                      <a:pt x="2174" y="25"/>
                      <a:pt x="2143" y="12"/>
                      <a:pt x="2112" y="6"/>
                    </a:cubicBezTo>
                    <a:cubicBezTo>
                      <a:pt x="2095" y="3"/>
                      <a:pt x="2079" y="1"/>
                      <a:pt x="20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5" name="Google Shape;385;p32"/>
            <p:cNvSpPr/>
            <p:nvPr/>
          </p:nvSpPr>
          <p:spPr>
            <a:xfrm>
              <a:off x="8584983" y="73850"/>
              <a:ext cx="258225" cy="294464"/>
            </a:xfrm>
            <a:custGeom>
              <a:avLst/>
              <a:gdLst/>
              <a:ahLst/>
              <a:cxnLst/>
              <a:rect l="l" t="t" r="r" b="b"/>
              <a:pathLst>
                <a:path w="5907" h="6736" extrusionOk="0">
                  <a:moveTo>
                    <a:pt x="2953" y="0"/>
                  </a:moveTo>
                  <a:cubicBezTo>
                    <a:pt x="1322" y="0"/>
                    <a:pt x="0" y="1322"/>
                    <a:pt x="0" y="2953"/>
                  </a:cubicBezTo>
                  <a:cubicBezTo>
                    <a:pt x="0" y="4521"/>
                    <a:pt x="1223" y="5805"/>
                    <a:pt x="2766" y="5900"/>
                  </a:cubicBezTo>
                  <a:lnTo>
                    <a:pt x="2766" y="6736"/>
                  </a:lnTo>
                  <a:cubicBezTo>
                    <a:pt x="2766" y="6736"/>
                    <a:pt x="3461" y="6365"/>
                    <a:pt x="3644" y="5823"/>
                  </a:cubicBezTo>
                  <a:cubicBezTo>
                    <a:pt x="4944" y="5512"/>
                    <a:pt x="5907" y="4346"/>
                    <a:pt x="5907" y="2953"/>
                  </a:cubicBezTo>
                  <a:cubicBezTo>
                    <a:pt x="5907" y="1322"/>
                    <a:pt x="4585" y="0"/>
                    <a:pt x="2953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18963"/>
            <a:ext cx="77040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None/>
              <a:defRPr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1" r:id="rId6"/>
    <p:sldLayoutId id="2147483665" r:id="rId7"/>
    <p:sldLayoutId id="2147483671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/>
          <p:nvPr/>
        </p:nvSpPr>
        <p:spPr>
          <a:xfrm flipH="1">
            <a:off x="4788300" y="5050"/>
            <a:ext cx="4355700" cy="51435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2"/>
              </a:gs>
              <a:gs pos="50000">
                <a:schemeClr val="lt2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6"/>
          <p:cNvSpPr txBox="1">
            <a:spLocks noGrp="1"/>
          </p:cNvSpPr>
          <p:nvPr>
            <p:ph type="subTitle" idx="1"/>
          </p:nvPr>
        </p:nvSpPr>
        <p:spPr>
          <a:xfrm rot="-546">
            <a:off x="2376578" y="4045102"/>
            <a:ext cx="2825961" cy="7758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Țepeș</a:t>
            </a:r>
            <a:r>
              <a:rPr lang="en-US" dirty="0"/>
              <a:t> Ruxandra-Elena</a:t>
            </a:r>
          </a:p>
          <a:p>
            <a:pPr marL="0" indent="0" algn="r"/>
            <a:r>
              <a:rPr lang="en-US" dirty="0" err="1">
                <a:solidFill>
                  <a:schemeClr val="bg2"/>
                </a:solidFill>
              </a:rPr>
              <a:t>Țepeș</a:t>
            </a:r>
            <a:r>
              <a:rPr lang="en-US" dirty="0">
                <a:solidFill>
                  <a:schemeClr val="bg2"/>
                </a:solidFill>
              </a:rPr>
              <a:t> Ana-Otilia</a:t>
            </a:r>
          </a:p>
        </p:txBody>
      </p:sp>
      <p:sp>
        <p:nvSpPr>
          <p:cNvPr id="432" name="Google Shape;432;p36"/>
          <p:cNvSpPr txBox="1">
            <a:spLocks noGrp="1"/>
          </p:cNvSpPr>
          <p:nvPr>
            <p:ph type="ctrTitle"/>
          </p:nvPr>
        </p:nvSpPr>
        <p:spPr>
          <a:xfrm>
            <a:off x="517004" y="583870"/>
            <a:ext cx="4137600" cy="28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 err="1">
                <a:solidFill>
                  <a:schemeClr val="lt1"/>
                </a:solidFill>
              </a:rPr>
              <a:t>Tehnici</a:t>
            </a:r>
            <a:r>
              <a:rPr lang="en-US" sz="3200" dirty="0">
                <a:solidFill>
                  <a:schemeClr val="lt1"/>
                </a:solidFill>
              </a:rPr>
              <a:t> de Machine Learning </a:t>
            </a:r>
            <a:r>
              <a:rPr lang="en-US" sz="3200" dirty="0" err="1">
                <a:solidFill>
                  <a:schemeClr val="lt1"/>
                </a:solidFill>
              </a:rPr>
              <a:t>pentru</a:t>
            </a:r>
            <a:r>
              <a:rPr lang="en-US" sz="3200" dirty="0">
                <a:solidFill>
                  <a:schemeClr val="lt1"/>
                </a:solidFill>
              </a:rPr>
              <a:t> </a:t>
            </a:r>
            <a:r>
              <a:rPr lang="en-US" sz="3200" dirty="0" err="1">
                <a:solidFill>
                  <a:schemeClr val="lt1"/>
                </a:solidFill>
              </a:rPr>
              <a:t>asigurarea</a:t>
            </a:r>
            <a:r>
              <a:rPr lang="en-US" sz="3200" dirty="0">
                <a:solidFill>
                  <a:schemeClr val="lt1"/>
                </a:solidFill>
              </a:rPr>
              <a:t> </a:t>
            </a:r>
            <a:r>
              <a:rPr lang="en-US" sz="3200" dirty="0" err="1">
                <a:solidFill>
                  <a:schemeClr val="lt1"/>
                </a:solidFill>
              </a:rPr>
              <a:t>securității</a:t>
            </a:r>
            <a:r>
              <a:rPr lang="en-US" sz="3200" dirty="0">
                <a:solidFill>
                  <a:schemeClr val="lt1"/>
                </a:solidFill>
              </a:rPr>
              <a:t> </a:t>
            </a:r>
            <a:r>
              <a:rPr lang="en-US" sz="3200" dirty="0" err="1">
                <a:solidFill>
                  <a:schemeClr val="lt1"/>
                </a:solidFill>
              </a:rPr>
              <a:t>datelor</a:t>
            </a:r>
            <a:r>
              <a:rPr lang="en-US" sz="3200" dirty="0">
                <a:solidFill>
                  <a:schemeClr val="lt1"/>
                </a:solidFill>
              </a:rPr>
              <a:t> (Anti-spam)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261333-8889-460C-A207-DC529D22EDCE}"/>
              </a:ext>
            </a:extLst>
          </p:cNvPr>
          <p:cNvGrpSpPr/>
          <p:nvPr/>
        </p:nvGrpSpPr>
        <p:grpSpPr>
          <a:xfrm>
            <a:off x="4823127" y="1030182"/>
            <a:ext cx="3490296" cy="2976937"/>
            <a:chOff x="4823127" y="1030182"/>
            <a:chExt cx="3490296" cy="2976937"/>
          </a:xfrm>
        </p:grpSpPr>
        <p:grpSp>
          <p:nvGrpSpPr>
            <p:cNvPr id="413" name="Google Shape;413;p36"/>
            <p:cNvGrpSpPr/>
            <p:nvPr/>
          </p:nvGrpSpPr>
          <p:grpSpPr>
            <a:xfrm>
              <a:off x="5103764" y="1148884"/>
              <a:ext cx="2764995" cy="2637583"/>
              <a:chOff x="1790575" y="718700"/>
              <a:chExt cx="1950476" cy="1860598"/>
            </a:xfrm>
          </p:grpSpPr>
          <p:sp>
            <p:nvSpPr>
              <p:cNvPr id="414" name="Google Shape;414;p36"/>
              <p:cNvSpPr/>
              <p:nvPr/>
            </p:nvSpPr>
            <p:spPr>
              <a:xfrm>
                <a:off x="1809722" y="755246"/>
                <a:ext cx="1931329" cy="1824052"/>
              </a:xfrm>
              <a:custGeom>
                <a:avLst/>
                <a:gdLst/>
                <a:ahLst/>
                <a:cxnLst/>
                <a:rect l="l" t="t" r="r" b="b"/>
                <a:pathLst>
                  <a:path w="44180" h="41726" extrusionOk="0">
                    <a:moveTo>
                      <a:pt x="7374" y="0"/>
                    </a:moveTo>
                    <a:lnTo>
                      <a:pt x="5851" y="13471"/>
                    </a:lnTo>
                    <a:lnTo>
                      <a:pt x="2703" y="13116"/>
                    </a:lnTo>
                    <a:lnTo>
                      <a:pt x="1" y="37042"/>
                    </a:lnTo>
                    <a:lnTo>
                      <a:pt x="41479" y="41725"/>
                    </a:lnTo>
                    <a:lnTo>
                      <a:pt x="44180" y="17798"/>
                    </a:lnTo>
                    <a:lnTo>
                      <a:pt x="41111" y="17452"/>
                    </a:lnTo>
                    <a:lnTo>
                      <a:pt x="42630" y="4006"/>
                    </a:lnTo>
                    <a:lnTo>
                      <a:pt x="7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6"/>
              <p:cNvSpPr/>
              <p:nvPr/>
            </p:nvSpPr>
            <p:spPr>
              <a:xfrm>
                <a:off x="1790575" y="1292020"/>
                <a:ext cx="1931372" cy="1250599"/>
              </a:xfrm>
              <a:custGeom>
                <a:avLst/>
                <a:gdLst/>
                <a:ahLst/>
                <a:cxnLst/>
                <a:rect l="l" t="t" r="r" b="b"/>
                <a:pathLst>
                  <a:path w="44181" h="28608" extrusionOk="0">
                    <a:moveTo>
                      <a:pt x="2701" y="0"/>
                    </a:moveTo>
                    <a:lnTo>
                      <a:pt x="0" y="23926"/>
                    </a:lnTo>
                    <a:lnTo>
                      <a:pt x="41478" y="28608"/>
                    </a:lnTo>
                    <a:lnTo>
                      <a:pt x="44181" y="4682"/>
                    </a:lnTo>
                    <a:lnTo>
                      <a:pt x="27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6"/>
              <p:cNvSpPr/>
              <p:nvPr/>
            </p:nvSpPr>
            <p:spPr>
              <a:xfrm>
                <a:off x="1790575" y="1292020"/>
                <a:ext cx="960637" cy="1045881"/>
              </a:xfrm>
              <a:custGeom>
                <a:avLst/>
                <a:gdLst/>
                <a:ahLst/>
                <a:cxnLst/>
                <a:rect l="l" t="t" r="r" b="b"/>
                <a:pathLst>
                  <a:path w="21975" h="23925" extrusionOk="0">
                    <a:moveTo>
                      <a:pt x="2701" y="0"/>
                    </a:moveTo>
                    <a:lnTo>
                      <a:pt x="0" y="23924"/>
                    </a:lnTo>
                    <a:lnTo>
                      <a:pt x="21975" y="15332"/>
                    </a:lnTo>
                    <a:lnTo>
                      <a:pt x="270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39C4FF">
                      <a:alpha val="21176"/>
                    </a:srgbClr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6"/>
              <p:cNvSpPr/>
              <p:nvPr/>
            </p:nvSpPr>
            <p:spPr>
              <a:xfrm>
                <a:off x="2751166" y="1496737"/>
                <a:ext cx="970735" cy="1045969"/>
              </a:xfrm>
              <a:custGeom>
                <a:avLst/>
                <a:gdLst/>
                <a:ahLst/>
                <a:cxnLst/>
                <a:rect l="l" t="t" r="r" b="b"/>
                <a:pathLst>
                  <a:path w="22206" h="23927" extrusionOk="0">
                    <a:moveTo>
                      <a:pt x="22205" y="1"/>
                    </a:moveTo>
                    <a:lnTo>
                      <a:pt x="1" y="10649"/>
                    </a:lnTo>
                    <a:lnTo>
                      <a:pt x="19503" y="23926"/>
                    </a:lnTo>
                    <a:lnTo>
                      <a:pt x="222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4A77FF">
                      <a:alpha val="23137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6"/>
              <p:cNvSpPr/>
              <p:nvPr/>
            </p:nvSpPr>
            <p:spPr>
              <a:xfrm>
                <a:off x="1790575" y="1962256"/>
                <a:ext cx="1813167" cy="580448"/>
              </a:xfrm>
              <a:custGeom>
                <a:avLst/>
                <a:gdLst/>
                <a:ahLst/>
                <a:cxnLst/>
                <a:rect l="l" t="t" r="r" b="b"/>
                <a:pathLst>
                  <a:path w="41477" h="13278" extrusionOk="0">
                    <a:moveTo>
                      <a:pt x="21975" y="0"/>
                    </a:moveTo>
                    <a:lnTo>
                      <a:pt x="0" y="8592"/>
                    </a:lnTo>
                    <a:lnTo>
                      <a:pt x="41477" y="13277"/>
                    </a:lnTo>
                    <a:lnTo>
                      <a:pt x="2197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48CE6">
                      <a:alpha val="32941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6"/>
              <p:cNvSpPr/>
              <p:nvPr/>
            </p:nvSpPr>
            <p:spPr>
              <a:xfrm>
                <a:off x="2036340" y="718700"/>
                <a:ext cx="1617761" cy="1243561"/>
              </a:xfrm>
              <a:custGeom>
                <a:avLst/>
                <a:gdLst/>
                <a:ahLst/>
                <a:cxnLst/>
                <a:rect l="l" t="t" r="r" b="b"/>
                <a:pathLst>
                  <a:path w="37007" h="28447" extrusionOk="0">
                    <a:moveTo>
                      <a:pt x="1752" y="0"/>
                    </a:moveTo>
                    <a:lnTo>
                      <a:pt x="1" y="15488"/>
                    </a:lnTo>
                    <a:lnTo>
                      <a:pt x="16353" y="28447"/>
                    </a:lnTo>
                    <a:lnTo>
                      <a:pt x="35260" y="19472"/>
                    </a:lnTo>
                    <a:lnTo>
                      <a:pt x="37006" y="4004"/>
                    </a:lnTo>
                    <a:lnTo>
                      <a:pt x="17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6"/>
              <p:cNvSpPr/>
              <p:nvPr/>
            </p:nvSpPr>
            <p:spPr>
              <a:xfrm>
                <a:off x="1908649" y="1171804"/>
                <a:ext cx="153046" cy="135735"/>
              </a:xfrm>
              <a:custGeom>
                <a:avLst/>
                <a:gdLst/>
                <a:ahLst/>
                <a:cxnLst/>
                <a:rect l="l" t="t" r="r" b="b"/>
                <a:pathLst>
                  <a:path w="3501" h="3105" extrusionOk="0">
                    <a:moveTo>
                      <a:pt x="3500" y="1"/>
                    </a:moveTo>
                    <a:lnTo>
                      <a:pt x="0" y="2750"/>
                    </a:lnTo>
                    <a:lnTo>
                      <a:pt x="3150" y="3105"/>
                    </a:lnTo>
                    <a:lnTo>
                      <a:pt x="350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6"/>
              <p:cNvSpPr/>
              <p:nvPr/>
            </p:nvSpPr>
            <p:spPr>
              <a:xfrm>
                <a:off x="2250980" y="951263"/>
                <a:ext cx="1195212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1" h="4000" extrusionOk="0">
                    <a:moveTo>
                      <a:pt x="97" y="0"/>
                    </a:moveTo>
                    <a:lnTo>
                      <a:pt x="1" y="829"/>
                    </a:lnTo>
                    <a:lnTo>
                      <a:pt x="27244" y="4000"/>
                    </a:lnTo>
                    <a:lnTo>
                      <a:pt x="27340" y="317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6"/>
              <p:cNvSpPr/>
              <p:nvPr/>
            </p:nvSpPr>
            <p:spPr>
              <a:xfrm>
                <a:off x="2238696" y="1056834"/>
                <a:ext cx="1195168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0" h="4000" extrusionOk="0">
                    <a:moveTo>
                      <a:pt x="97" y="1"/>
                    </a:moveTo>
                    <a:lnTo>
                      <a:pt x="0" y="829"/>
                    </a:lnTo>
                    <a:lnTo>
                      <a:pt x="27244" y="4000"/>
                    </a:lnTo>
                    <a:lnTo>
                      <a:pt x="27340" y="3171"/>
                    </a:lnTo>
                    <a:lnTo>
                      <a:pt x="97" y="1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6"/>
              <p:cNvSpPr/>
              <p:nvPr/>
            </p:nvSpPr>
            <p:spPr>
              <a:xfrm>
                <a:off x="2226412" y="1162449"/>
                <a:ext cx="1195168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0" h="4000" extrusionOk="0">
                    <a:moveTo>
                      <a:pt x="96" y="0"/>
                    </a:moveTo>
                    <a:lnTo>
                      <a:pt x="0" y="829"/>
                    </a:lnTo>
                    <a:lnTo>
                      <a:pt x="27243" y="3999"/>
                    </a:lnTo>
                    <a:lnTo>
                      <a:pt x="27340" y="3171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6"/>
              <p:cNvSpPr/>
              <p:nvPr/>
            </p:nvSpPr>
            <p:spPr>
              <a:xfrm>
                <a:off x="2214085" y="1267933"/>
                <a:ext cx="1195256" cy="174904"/>
              </a:xfrm>
              <a:custGeom>
                <a:avLst/>
                <a:gdLst/>
                <a:ahLst/>
                <a:cxnLst/>
                <a:rect l="l" t="t" r="r" b="b"/>
                <a:pathLst>
                  <a:path w="27342" h="4001" extrusionOk="0">
                    <a:moveTo>
                      <a:pt x="98" y="1"/>
                    </a:moveTo>
                    <a:lnTo>
                      <a:pt x="1" y="830"/>
                    </a:lnTo>
                    <a:lnTo>
                      <a:pt x="27244" y="4000"/>
                    </a:lnTo>
                    <a:lnTo>
                      <a:pt x="27342" y="3171"/>
                    </a:lnTo>
                    <a:lnTo>
                      <a:pt x="98" y="1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6"/>
              <p:cNvSpPr/>
              <p:nvPr/>
            </p:nvSpPr>
            <p:spPr>
              <a:xfrm>
                <a:off x="2201845" y="1373548"/>
                <a:ext cx="1195212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1" h="4000" extrusionOk="0">
                    <a:moveTo>
                      <a:pt x="97" y="0"/>
                    </a:moveTo>
                    <a:lnTo>
                      <a:pt x="1" y="829"/>
                    </a:lnTo>
                    <a:lnTo>
                      <a:pt x="27244" y="3999"/>
                    </a:lnTo>
                    <a:lnTo>
                      <a:pt x="27340" y="317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6"/>
              <p:cNvSpPr/>
              <p:nvPr/>
            </p:nvSpPr>
            <p:spPr>
              <a:xfrm>
                <a:off x="3587650" y="1333243"/>
                <a:ext cx="134249" cy="163538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741" extrusionOk="0">
                    <a:moveTo>
                      <a:pt x="384" y="0"/>
                    </a:moveTo>
                    <a:lnTo>
                      <a:pt x="0" y="3394"/>
                    </a:lnTo>
                    <a:lnTo>
                      <a:pt x="3070" y="37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36"/>
            <p:cNvGrpSpPr/>
            <p:nvPr/>
          </p:nvGrpSpPr>
          <p:grpSpPr>
            <a:xfrm>
              <a:off x="6596837" y="3232346"/>
              <a:ext cx="921949" cy="260235"/>
              <a:chOff x="4911074" y="2790346"/>
              <a:chExt cx="921949" cy="260235"/>
            </a:xfrm>
          </p:grpSpPr>
          <p:sp>
            <p:nvSpPr>
              <p:cNvPr id="434" name="Google Shape;434;p36"/>
              <p:cNvSpPr/>
              <p:nvPr/>
            </p:nvSpPr>
            <p:spPr>
              <a:xfrm>
                <a:off x="4911074" y="2790346"/>
                <a:ext cx="921949" cy="260235"/>
              </a:xfrm>
              <a:custGeom>
                <a:avLst/>
                <a:gdLst/>
                <a:ahLst/>
                <a:cxnLst/>
                <a:rect l="l" t="t" r="r" b="b"/>
                <a:pathLst>
                  <a:path w="21090" h="5953" extrusionOk="0">
                    <a:moveTo>
                      <a:pt x="2398" y="1"/>
                    </a:moveTo>
                    <a:cubicBezTo>
                      <a:pt x="1073" y="1"/>
                      <a:pt x="2" y="1074"/>
                      <a:pt x="0" y="2398"/>
                    </a:cubicBezTo>
                    <a:cubicBezTo>
                      <a:pt x="0" y="3723"/>
                      <a:pt x="1073" y="4795"/>
                      <a:pt x="2398" y="4795"/>
                    </a:cubicBezTo>
                    <a:lnTo>
                      <a:pt x="15178" y="4795"/>
                    </a:lnTo>
                    <a:lnTo>
                      <a:pt x="16336" y="5953"/>
                    </a:lnTo>
                    <a:lnTo>
                      <a:pt x="17494" y="4795"/>
                    </a:lnTo>
                    <a:lnTo>
                      <a:pt x="18692" y="4795"/>
                    </a:lnTo>
                    <a:cubicBezTo>
                      <a:pt x="20016" y="4795"/>
                      <a:pt x="21089" y="3723"/>
                      <a:pt x="21089" y="2398"/>
                    </a:cubicBezTo>
                    <a:cubicBezTo>
                      <a:pt x="21089" y="1074"/>
                      <a:pt x="20016" y="1"/>
                      <a:pt x="18692" y="1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6"/>
              <p:cNvSpPr/>
              <p:nvPr/>
            </p:nvSpPr>
            <p:spPr>
              <a:xfrm>
                <a:off x="5043836" y="2887656"/>
                <a:ext cx="660228" cy="23519"/>
              </a:xfrm>
              <a:custGeom>
                <a:avLst/>
                <a:gdLst/>
                <a:ahLst/>
                <a:cxnLst/>
                <a:rect l="l" t="t" r="r" b="b"/>
                <a:pathLst>
                  <a:path w="15103" h="538" extrusionOk="0">
                    <a:moveTo>
                      <a:pt x="269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69" y="538"/>
                    </a:cubicBezTo>
                    <a:lnTo>
                      <a:pt x="14834" y="538"/>
                    </a:lnTo>
                    <a:cubicBezTo>
                      <a:pt x="14982" y="538"/>
                      <a:pt x="15102" y="418"/>
                      <a:pt x="15102" y="269"/>
                    </a:cubicBezTo>
                    <a:cubicBezTo>
                      <a:pt x="15102" y="121"/>
                      <a:pt x="14982" y="0"/>
                      <a:pt x="14834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646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" name="Google Shape;436;p36"/>
            <p:cNvGrpSpPr/>
            <p:nvPr/>
          </p:nvGrpSpPr>
          <p:grpSpPr>
            <a:xfrm>
              <a:off x="7391474" y="2630937"/>
              <a:ext cx="921949" cy="260192"/>
              <a:chOff x="4911074" y="2476124"/>
              <a:chExt cx="921949" cy="260192"/>
            </a:xfrm>
          </p:grpSpPr>
          <p:sp>
            <p:nvSpPr>
              <p:cNvPr id="437" name="Google Shape;437;p36"/>
              <p:cNvSpPr/>
              <p:nvPr/>
            </p:nvSpPr>
            <p:spPr>
              <a:xfrm>
                <a:off x="4911074" y="2476124"/>
                <a:ext cx="921949" cy="260192"/>
              </a:xfrm>
              <a:custGeom>
                <a:avLst/>
                <a:gdLst/>
                <a:ahLst/>
                <a:cxnLst/>
                <a:rect l="l" t="t" r="r" b="b"/>
                <a:pathLst>
                  <a:path w="21090" h="5952" extrusionOk="0">
                    <a:moveTo>
                      <a:pt x="2398" y="1"/>
                    </a:moveTo>
                    <a:cubicBezTo>
                      <a:pt x="1073" y="1"/>
                      <a:pt x="0" y="1073"/>
                      <a:pt x="0" y="2398"/>
                    </a:cubicBezTo>
                    <a:cubicBezTo>
                      <a:pt x="0" y="3721"/>
                      <a:pt x="1073" y="4795"/>
                      <a:pt x="2398" y="4795"/>
                    </a:cubicBezTo>
                    <a:lnTo>
                      <a:pt x="3596" y="4795"/>
                    </a:lnTo>
                    <a:lnTo>
                      <a:pt x="4754" y="5951"/>
                    </a:lnTo>
                    <a:lnTo>
                      <a:pt x="5913" y="4795"/>
                    </a:lnTo>
                    <a:lnTo>
                      <a:pt x="18692" y="4795"/>
                    </a:lnTo>
                    <a:cubicBezTo>
                      <a:pt x="20016" y="4795"/>
                      <a:pt x="21089" y="3721"/>
                      <a:pt x="21089" y="2398"/>
                    </a:cubicBezTo>
                    <a:cubicBezTo>
                      <a:pt x="21088" y="1073"/>
                      <a:pt x="20014" y="1"/>
                      <a:pt x="18692" y="1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6"/>
              <p:cNvSpPr/>
              <p:nvPr/>
            </p:nvSpPr>
            <p:spPr>
              <a:xfrm>
                <a:off x="5043924" y="2590788"/>
                <a:ext cx="492231" cy="23562"/>
              </a:xfrm>
              <a:custGeom>
                <a:avLst/>
                <a:gdLst/>
                <a:ahLst/>
                <a:cxnLst/>
                <a:rect l="l" t="t" r="r" b="b"/>
                <a:pathLst>
                  <a:path w="11260" h="539" extrusionOk="0">
                    <a:moveTo>
                      <a:pt x="269" y="1"/>
                    </a:moveTo>
                    <a:cubicBezTo>
                      <a:pt x="120" y="1"/>
                      <a:pt x="0" y="121"/>
                      <a:pt x="0" y="270"/>
                    </a:cubicBezTo>
                    <a:cubicBezTo>
                      <a:pt x="0" y="417"/>
                      <a:pt x="120" y="538"/>
                      <a:pt x="269" y="538"/>
                    </a:cubicBezTo>
                    <a:lnTo>
                      <a:pt x="10991" y="538"/>
                    </a:lnTo>
                    <a:cubicBezTo>
                      <a:pt x="11139" y="538"/>
                      <a:pt x="11259" y="418"/>
                      <a:pt x="11259" y="270"/>
                    </a:cubicBezTo>
                    <a:cubicBezTo>
                      <a:pt x="11259" y="121"/>
                      <a:pt x="11139" y="1"/>
                      <a:pt x="10991" y="1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646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6"/>
              <p:cNvSpPr/>
              <p:nvPr/>
            </p:nvSpPr>
            <p:spPr>
              <a:xfrm>
                <a:off x="5043924" y="2526309"/>
                <a:ext cx="345786" cy="2356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539" extrusionOk="0">
                    <a:moveTo>
                      <a:pt x="269" y="1"/>
                    </a:moveTo>
                    <a:cubicBezTo>
                      <a:pt x="120" y="1"/>
                      <a:pt x="0" y="121"/>
                      <a:pt x="0" y="270"/>
                    </a:cubicBezTo>
                    <a:cubicBezTo>
                      <a:pt x="0" y="418"/>
                      <a:pt x="120" y="538"/>
                      <a:pt x="269" y="538"/>
                    </a:cubicBezTo>
                    <a:lnTo>
                      <a:pt x="7641" y="538"/>
                    </a:lnTo>
                    <a:cubicBezTo>
                      <a:pt x="7788" y="538"/>
                      <a:pt x="7908" y="418"/>
                      <a:pt x="7909" y="270"/>
                    </a:cubicBezTo>
                    <a:cubicBezTo>
                      <a:pt x="7909" y="121"/>
                      <a:pt x="7789" y="1"/>
                      <a:pt x="7641" y="1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646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" name="Google Shape;440;p36"/>
            <p:cNvGrpSpPr/>
            <p:nvPr/>
          </p:nvGrpSpPr>
          <p:grpSpPr>
            <a:xfrm>
              <a:off x="5221305" y="1030182"/>
              <a:ext cx="244747" cy="276290"/>
              <a:chOff x="5221305" y="1030182"/>
              <a:chExt cx="244747" cy="276290"/>
            </a:xfrm>
          </p:grpSpPr>
          <p:sp>
            <p:nvSpPr>
              <p:cNvPr id="441" name="Google Shape;441;p36"/>
              <p:cNvSpPr/>
              <p:nvPr/>
            </p:nvSpPr>
            <p:spPr>
              <a:xfrm>
                <a:off x="5412982" y="1042218"/>
                <a:ext cx="53070" cy="53026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213" extrusionOk="0">
                    <a:moveTo>
                      <a:pt x="607" y="1"/>
                    </a:moveTo>
                    <a:cubicBezTo>
                      <a:pt x="272" y="1"/>
                      <a:pt x="1" y="272"/>
                      <a:pt x="1" y="607"/>
                    </a:cubicBezTo>
                    <a:cubicBezTo>
                      <a:pt x="1" y="943"/>
                      <a:pt x="272" y="1213"/>
                      <a:pt x="607" y="1213"/>
                    </a:cubicBezTo>
                    <a:cubicBezTo>
                      <a:pt x="942" y="1213"/>
                      <a:pt x="1214" y="943"/>
                      <a:pt x="1214" y="607"/>
                    </a:cubicBezTo>
                    <a:cubicBezTo>
                      <a:pt x="1214" y="272"/>
                      <a:pt x="942" y="1"/>
                      <a:pt x="607" y="1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36"/>
              <p:cNvSpPr/>
              <p:nvPr/>
            </p:nvSpPr>
            <p:spPr>
              <a:xfrm>
                <a:off x="5221305" y="1030182"/>
                <a:ext cx="77113" cy="77113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764" extrusionOk="0">
                    <a:moveTo>
                      <a:pt x="883" y="0"/>
                    </a:moveTo>
                    <a:cubicBezTo>
                      <a:pt x="395" y="0"/>
                      <a:pt x="0" y="395"/>
                      <a:pt x="0" y="883"/>
                    </a:cubicBezTo>
                    <a:cubicBezTo>
                      <a:pt x="0" y="1369"/>
                      <a:pt x="395" y="1764"/>
                      <a:pt x="883" y="1764"/>
                    </a:cubicBezTo>
                    <a:cubicBezTo>
                      <a:pt x="1369" y="1764"/>
                      <a:pt x="1764" y="1369"/>
                      <a:pt x="1764" y="883"/>
                    </a:cubicBezTo>
                    <a:cubicBezTo>
                      <a:pt x="1764" y="395"/>
                      <a:pt x="1369" y="0"/>
                      <a:pt x="883" y="0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36"/>
              <p:cNvSpPr/>
              <p:nvPr/>
            </p:nvSpPr>
            <p:spPr>
              <a:xfrm>
                <a:off x="5346666" y="1277490"/>
                <a:ext cx="28896" cy="28983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63" extrusionOk="0">
                    <a:moveTo>
                      <a:pt x="331" y="0"/>
                    </a:moveTo>
                    <a:cubicBezTo>
                      <a:pt x="147" y="0"/>
                      <a:pt x="0" y="149"/>
                      <a:pt x="0" y="331"/>
                    </a:cubicBezTo>
                    <a:cubicBezTo>
                      <a:pt x="0" y="514"/>
                      <a:pt x="147" y="662"/>
                      <a:pt x="331" y="662"/>
                    </a:cubicBezTo>
                    <a:cubicBezTo>
                      <a:pt x="513" y="662"/>
                      <a:pt x="660" y="514"/>
                      <a:pt x="660" y="331"/>
                    </a:cubicBezTo>
                    <a:cubicBezTo>
                      <a:pt x="660" y="149"/>
                      <a:pt x="513" y="0"/>
                      <a:pt x="331" y="0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4" name="Google Shape;444;p36"/>
            <p:cNvGrpSpPr/>
            <p:nvPr/>
          </p:nvGrpSpPr>
          <p:grpSpPr>
            <a:xfrm>
              <a:off x="8055416" y="3492565"/>
              <a:ext cx="257177" cy="243217"/>
              <a:chOff x="8055416" y="3492565"/>
              <a:chExt cx="257177" cy="243217"/>
            </a:xfrm>
          </p:grpSpPr>
          <p:sp>
            <p:nvSpPr>
              <p:cNvPr id="445" name="Google Shape;445;p36"/>
              <p:cNvSpPr/>
              <p:nvPr/>
            </p:nvSpPr>
            <p:spPr>
              <a:xfrm>
                <a:off x="8084307" y="3682755"/>
                <a:ext cx="53070" cy="53026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213" extrusionOk="0">
                    <a:moveTo>
                      <a:pt x="607" y="1"/>
                    </a:moveTo>
                    <a:cubicBezTo>
                      <a:pt x="272" y="1"/>
                      <a:pt x="1" y="272"/>
                      <a:pt x="1" y="607"/>
                    </a:cubicBezTo>
                    <a:cubicBezTo>
                      <a:pt x="1" y="943"/>
                      <a:pt x="272" y="1213"/>
                      <a:pt x="607" y="1213"/>
                    </a:cubicBezTo>
                    <a:cubicBezTo>
                      <a:pt x="942" y="1213"/>
                      <a:pt x="1214" y="943"/>
                      <a:pt x="1214" y="607"/>
                    </a:cubicBezTo>
                    <a:cubicBezTo>
                      <a:pt x="1214" y="272"/>
                      <a:pt x="942" y="1"/>
                      <a:pt x="607" y="1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36"/>
              <p:cNvSpPr/>
              <p:nvPr/>
            </p:nvSpPr>
            <p:spPr>
              <a:xfrm>
                <a:off x="8235480" y="3492570"/>
                <a:ext cx="77113" cy="77113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764" extrusionOk="0">
                    <a:moveTo>
                      <a:pt x="883" y="0"/>
                    </a:moveTo>
                    <a:cubicBezTo>
                      <a:pt x="395" y="0"/>
                      <a:pt x="0" y="395"/>
                      <a:pt x="0" y="883"/>
                    </a:cubicBezTo>
                    <a:cubicBezTo>
                      <a:pt x="0" y="1369"/>
                      <a:pt x="395" y="1764"/>
                      <a:pt x="883" y="1764"/>
                    </a:cubicBezTo>
                    <a:cubicBezTo>
                      <a:pt x="1369" y="1764"/>
                      <a:pt x="1764" y="1369"/>
                      <a:pt x="1764" y="883"/>
                    </a:cubicBezTo>
                    <a:cubicBezTo>
                      <a:pt x="1764" y="395"/>
                      <a:pt x="1369" y="0"/>
                      <a:pt x="883" y="0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36"/>
              <p:cNvSpPr/>
              <p:nvPr/>
            </p:nvSpPr>
            <p:spPr>
              <a:xfrm>
                <a:off x="8055416" y="3492565"/>
                <a:ext cx="28896" cy="28983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63" extrusionOk="0">
                    <a:moveTo>
                      <a:pt x="331" y="0"/>
                    </a:moveTo>
                    <a:cubicBezTo>
                      <a:pt x="147" y="0"/>
                      <a:pt x="0" y="149"/>
                      <a:pt x="0" y="331"/>
                    </a:cubicBezTo>
                    <a:cubicBezTo>
                      <a:pt x="0" y="514"/>
                      <a:pt x="147" y="662"/>
                      <a:pt x="331" y="662"/>
                    </a:cubicBezTo>
                    <a:cubicBezTo>
                      <a:pt x="513" y="662"/>
                      <a:pt x="660" y="514"/>
                      <a:pt x="660" y="331"/>
                    </a:cubicBezTo>
                    <a:cubicBezTo>
                      <a:pt x="660" y="149"/>
                      <a:pt x="513" y="0"/>
                      <a:pt x="331" y="0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" name="Google Shape;1604;p71">
              <a:extLst>
                <a:ext uri="{FF2B5EF4-FFF2-40B4-BE49-F238E27FC236}">
                  <a16:creationId xmlns:a16="http://schemas.microsoft.com/office/drawing/2014/main" id="{30C5A61D-8BC6-41C2-B31F-66F622229E3E}"/>
                </a:ext>
              </a:extLst>
            </p:cNvPr>
            <p:cNvSpPr/>
            <p:nvPr/>
          </p:nvSpPr>
          <p:spPr>
            <a:xfrm>
              <a:off x="7413750" y="3306344"/>
              <a:ext cx="699942" cy="7007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dist="47625" dir="780000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B0AFAA2-822C-4037-9CC0-F6C84EE96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7797" y="3407716"/>
              <a:ext cx="439734" cy="439734"/>
            </a:xfrm>
            <a:prstGeom prst="rect">
              <a:avLst/>
            </a:prstGeom>
          </p:spPr>
        </p:pic>
        <p:grpSp>
          <p:nvGrpSpPr>
            <p:cNvPr id="66" name="Google Shape;444;p36">
              <a:extLst>
                <a:ext uri="{FF2B5EF4-FFF2-40B4-BE49-F238E27FC236}">
                  <a16:creationId xmlns:a16="http://schemas.microsoft.com/office/drawing/2014/main" id="{B279C845-5A12-4B7A-8AAC-39EB5C1C6C83}"/>
                </a:ext>
              </a:extLst>
            </p:cNvPr>
            <p:cNvGrpSpPr/>
            <p:nvPr/>
          </p:nvGrpSpPr>
          <p:grpSpPr>
            <a:xfrm>
              <a:off x="5555077" y="3082123"/>
              <a:ext cx="257177" cy="243217"/>
              <a:chOff x="8055416" y="3492565"/>
              <a:chExt cx="257177" cy="243217"/>
            </a:xfrm>
          </p:grpSpPr>
          <p:sp>
            <p:nvSpPr>
              <p:cNvPr id="67" name="Google Shape;445;p36">
                <a:extLst>
                  <a:ext uri="{FF2B5EF4-FFF2-40B4-BE49-F238E27FC236}">
                    <a16:creationId xmlns:a16="http://schemas.microsoft.com/office/drawing/2014/main" id="{C0A4E431-1372-4BE1-B1DB-478715AC9568}"/>
                  </a:ext>
                </a:extLst>
              </p:cNvPr>
              <p:cNvSpPr/>
              <p:nvPr/>
            </p:nvSpPr>
            <p:spPr>
              <a:xfrm>
                <a:off x="8084307" y="3682755"/>
                <a:ext cx="53070" cy="53026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213" extrusionOk="0">
                    <a:moveTo>
                      <a:pt x="607" y="1"/>
                    </a:moveTo>
                    <a:cubicBezTo>
                      <a:pt x="272" y="1"/>
                      <a:pt x="1" y="272"/>
                      <a:pt x="1" y="607"/>
                    </a:cubicBezTo>
                    <a:cubicBezTo>
                      <a:pt x="1" y="943"/>
                      <a:pt x="272" y="1213"/>
                      <a:pt x="607" y="1213"/>
                    </a:cubicBezTo>
                    <a:cubicBezTo>
                      <a:pt x="942" y="1213"/>
                      <a:pt x="1214" y="943"/>
                      <a:pt x="1214" y="607"/>
                    </a:cubicBezTo>
                    <a:cubicBezTo>
                      <a:pt x="1214" y="272"/>
                      <a:pt x="942" y="1"/>
                      <a:pt x="607" y="1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446;p36">
                <a:extLst>
                  <a:ext uri="{FF2B5EF4-FFF2-40B4-BE49-F238E27FC236}">
                    <a16:creationId xmlns:a16="http://schemas.microsoft.com/office/drawing/2014/main" id="{5A873C84-02B6-4FA5-BFAC-80C7AD68C5F2}"/>
                  </a:ext>
                </a:extLst>
              </p:cNvPr>
              <p:cNvSpPr/>
              <p:nvPr/>
            </p:nvSpPr>
            <p:spPr>
              <a:xfrm>
                <a:off x="8235480" y="3492570"/>
                <a:ext cx="77113" cy="77113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764" extrusionOk="0">
                    <a:moveTo>
                      <a:pt x="883" y="0"/>
                    </a:moveTo>
                    <a:cubicBezTo>
                      <a:pt x="395" y="0"/>
                      <a:pt x="0" y="395"/>
                      <a:pt x="0" y="883"/>
                    </a:cubicBezTo>
                    <a:cubicBezTo>
                      <a:pt x="0" y="1369"/>
                      <a:pt x="395" y="1764"/>
                      <a:pt x="883" y="1764"/>
                    </a:cubicBezTo>
                    <a:cubicBezTo>
                      <a:pt x="1369" y="1764"/>
                      <a:pt x="1764" y="1369"/>
                      <a:pt x="1764" y="883"/>
                    </a:cubicBezTo>
                    <a:cubicBezTo>
                      <a:pt x="1764" y="395"/>
                      <a:pt x="1369" y="0"/>
                      <a:pt x="883" y="0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447;p36">
                <a:extLst>
                  <a:ext uri="{FF2B5EF4-FFF2-40B4-BE49-F238E27FC236}">
                    <a16:creationId xmlns:a16="http://schemas.microsoft.com/office/drawing/2014/main" id="{E0CDB761-4570-43BF-9344-34AD155A6025}"/>
                  </a:ext>
                </a:extLst>
              </p:cNvPr>
              <p:cNvSpPr/>
              <p:nvPr/>
            </p:nvSpPr>
            <p:spPr>
              <a:xfrm>
                <a:off x="8055416" y="3492565"/>
                <a:ext cx="28896" cy="28983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63" extrusionOk="0">
                    <a:moveTo>
                      <a:pt x="331" y="0"/>
                    </a:moveTo>
                    <a:cubicBezTo>
                      <a:pt x="147" y="0"/>
                      <a:pt x="0" y="149"/>
                      <a:pt x="0" y="331"/>
                    </a:cubicBezTo>
                    <a:cubicBezTo>
                      <a:pt x="0" y="514"/>
                      <a:pt x="147" y="662"/>
                      <a:pt x="331" y="662"/>
                    </a:cubicBezTo>
                    <a:cubicBezTo>
                      <a:pt x="513" y="662"/>
                      <a:pt x="660" y="514"/>
                      <a:pt x="660" y="331"/>
                    </a:cubicBezTo>
                    <a:cubicBezTo>
                      <a:pt x="660" y="149"/>
                      <a:pt x="513" y="0"/>
                      <a:pt x="331" y="0"/>
                    </a:cubicBez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" name="Google Shape;1604;p71">
              <a:extLst>
                <a:ext uri="{FF2B5EF4-FFF2-40B4-BE49-F238E27FC236}">
                  <a16:creationId xmlns:a16="http://schemas.microsoft.com/office/drawing/2014/main" id="{8451F55D-2E33-4594-9E90-79BA59D9AFDF}"/>
                </a:ext>
              </a:extLst>
            </p:cNvPr>
            <p:cNvSpPr/>
            <p:nvPr/>
          </p:nvSpPr>
          <p:spPr>
            <a:xfrm>
              <a:off x="4913411" y="2895902"/>
              <a:ext cx="699942" cy="7007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dist="47625" dir="780000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EC2206-55C6-43DF-9B07-3288F1E13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9112" y="3027781"/>
              <a:ext cx="492832" cy="46478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0504C4-B6C5-48CC-B42C-7F6AB05223DE}"/>
                </a:ext>
              </a:extLst>
            </p:cNvPr>
            <p:cNvSpPr txBox="1"/>
            <p:nvPr/>
          </p:nvSpPr>
          <p:spPr>
            <a:xfrm>
              <a:off x="4823127" y="2845613"/>
              <a:ext cx="933307" cy="307777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rgbClr val="EE1B24"/>
                  </a:solidFill>
                  <a:latin typeface="Montserrat SemiBold" panose="00000700000000000000" pitchFamily="2" charset="0"/>
                </a:rPr>
                <a:t>    SPAM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1941503-3385-4CBE-A6A6-9973ACBE28F1}"/>
                </a:ext>
              </a:extLst>
            </p:cNvPr>
            <p:cNvSpPr txBox="1"/>
            <p:nvPr/>
          </p:nvSpPr>
          <p:spPr>
            <a:xfrm>
              <a:off x="7328336" y="3259444"/>
              <a:ext cx="933307" cy="307777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46078"/>
                </a:avLst>
              </a:prstTxWarp>
              <a:spAutoFit/>
            </a:bodyPr>
            <a:lstStyle/>
            <a:p>
              <a:r>
                <a:rPr lang="en-US" b="1" dirty="0">
                  <a:solidFill>
                    <a:srgbClr val="00B538"/>
                  </a:solidFill>
                  <a:latin typeface="Montserrat SemiBold" panose="00000700000000000000" pitchFamily="2" charset="0"/>
                </a:rPr>
                <a:t>      HAM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8"/>
          <p:cNvSpPr txBox="1">
            <a:spLocks noGrp="1"/>
          </p:cNvSpPr>
          <p:nvPr>
            <p:ph type="title"/>
          </p:nvPr>
        </p:nvSpPr>
        <p:spPr>
          <a:xfrm rot="2506">
            <a:off x="1527950" y="1387500"/>
            <a:ext cx="8232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68" name="Google Shape;468;p38"/>
          <p:cNvSpPr txBox="1">
            <a:spLocks noGrp="1"/>
          </p:cNvSpPr>
          <p:nvPr>
            <p:ph type="title" idx="2"/>
          </p:nvPr>
        </p:nvSpPr>
        <p:spPr>
          <a:xfrm>
            <a:off x="720000" y="1843300"/>
            <a:ext cx="2473576" cy="6906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Introducere &amp;</a:t>
            </a:r>
            <a:br>
              <a:rPr lang="ro-RO" dirty="0"/>
            </a:br>
            <a:r>
              <a:rPr lang="ro-RO" dirty="0"/>
              <a:t>Motivație</a:t>
            </a:r>
            <a:endParaRPr dirty="0"/>
          </a:p>
        </p:txBody>
      </p:sp>
      <p:sp>
        <p:nvSpPr>
          <p:cNvPr id="470" name="Google Shape;470;p38"/>
          <p:cNvSpPr txBox="1">
            <a:spLocks noGrp="1"/>
          </p:cNvSpPr>
          <p:nvPr>
            <p:ph type="title" idx="18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Cuprins</a:t>
            </a:r>
            <a:endParaRPr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71" name="Google Shape;471;p38"/>
          <p:cNvSpPr txBox="1">
            <a:spLocks noGrp="1"/>
          </p:cNvSpPr>
          <p:nvPr>
            <p:ph type="title" idx="3"/>
          </p:nvPr>
        </p:nvSpPr>
        <p:spPr>
          <a:xfrm rot="2506">
            <a:off x="4160400" y="1387500"/>
            <a:ext cx="8232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4" name="Google Shape;474;p38"/>
          <p:cNvSpPr txBox="1">
            <a:spLocks noGrp="1"/>
          </p:cNvSpPr>
          <p:nvPr>
            <p:ph type="title" idx="6"/>
          </p:nvPr>
        </p:nvSpPr>
        <p:spPr>
          <a:xfrm rot="2506">
            <a:off x="6792875" y="1387500"/>
            <a:ext cx="8232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7" name="Google Shape;477;p38"/>
          <p:cNvSpPr txBox="1">
            <a:spLocks noGrp="1"/>
          </p:cNvSpPr>
          <p:nvPr>
            <p:ph type="title" idx="9"/>
          </p:nvPr>
        </p:nvSpPr>
        <p:spPr>
          <a:xfrm rot="2506">
            <a:off x="2869980" y="3245638"/>
            <a:ext cx="8232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0" name="Google Shape;480;p38"/>
          <p:cNvSpPr txBox="1">
            <a:spLocks noGrp="1"/>
          </p:cNvSpPr>
          <p:nvPr>
            <p:ph type="title" idx="15"/>
          </p:nvPr>
        </p:nvSpPr>
        <p:spPr>
          <a:xfrm rot="2506">
            <a:off x="5502430" y="3245638"/>
            <a:ext cx="8232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6" name="Google Shape;1604;p71">
            <a:extLst>
              <a:ext uri="{FF2B5EF4-FFF2-40B4-BE49-F238E27FC236}">
                <a16:creationId xmlns:a16="http://schemas.microsoft.com/office/drawing/2014/main" id="{7288A245-2547-4673-B0FE-4B6CC049E50E}"/>
              </a:ext>
            </a:extLst>
          </p:cNvPr>
          <p:cNvSpPr/>
          <p:nvPr/>
        </p:nvSpPr>
        <p:spPr>
          <a:xfrm>
            <a:off x="8236590" y="-80979"/>
            <a:ext cx="699942" cy="700775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1758;p71">
            <a:extLst>
              <a:ext uri="{FF2B5EF4-FFF2-40B4-BE49-F238E27FC236}">
                <a16:creationId xmlns:a16="http://schemas.microsoft.com/office/drawing/2014/main" id="{BC9BB69F-87BA-4BA6-A8C7-099AAEB839AA}"/>
              </a:ext>
            </a:extLst>
          </p:cNvPr>
          <p:cNvGrpSpPr/>
          <p:nvPr/>
        </p:nvGrpSpPr>
        <p:grpSpPr>
          <a:xfrm>
            <a:off x="8404644" y="101974"/>
            <a:ext cx="367677" cy="279320"/>
            <a:chOff x="2973862" y="3064624"/>
            <a:chExt cx="314863" cy="238913"/>
          </a:xfrm>
        </p:grpSpPr>
        <p:sp>
          <p:nvSpPr>
            <p:cNvPr id="28" name="Google Shape;1759;p71">
              <a:extLst>
                <a:ext uri="{FF2B5EF4-FFF2-40B4-BE49-F238E27FC236}">
                  <a16:creationId xmlns:a16="http://schemas.microsoft.com/office/drawing/2014/main" id="{3A0AC6AA-0D16-43FE-9813-9BBFA5EB738A}"/>
                </a:ext>
              </a:extLst>
            </p:cNvPr>
            <p:cNvSpPr/>
            <p:nvPr/>
          </p:nvSpPr>
          <p:spPr>
            <a:xfrm>
              <a:off x="2973862" y="3064624"/>
              <a:ext cx="314863" cy="238913"/>
            </a:xfrm>
            <a:custGeom>
              <a:avLst/>
              <a:gdLst/>
              <a:ahLst/>
              <a:cxnLst/>
              <a:rect l="l" t="t" r="r" b="b"/>
              <a:pathLst>
                <a:path w="9394" h="7128" extrusionOk="0">
                  <a:moveTo>
                    <a:pt x="8243" y="549"/>
                  </a:moveTo>
                  <a:lnTo>
                    <a:pt x="8243" y="5269"/>
                  </a:lnTo>
                  <a:lnTo>
                    <a:pt x="5290" y="5269"/>
                  </a:lnTo>
                  <a:lnTo>
                    <a:pt x="5290" y="5647"/>
                  </a:lnTo>
                  <a:lnTo>
                    <a:pt x="4106" y="5647"/>
                  </a:lnTo>
                  <a:lnTo>
                    <a:pt x="4106" y="5269"/>
                  </a:lnTo>
                  <a:lnTo>
                    <a:pt x="1153" y="5269"/>
                  </a:lnTo>
                  <a:lnTo>
                    <a:pt x="1153" y="549"/>
                  </a:lnTo>
                  <a:close/>
                  <a:moveTo>
                    <a:pt x="8845" y="5820"/>
                  </a:moveTo>
                  <a:lnTo>
                    <a:pt x="8845" y="6576"/>
                  </a:lnTo>
                  <a:lnTo>
                    <a:pt x="551" y="6576"/>
                  </a:lnTo>
                  <a:lnTo>
                    <a:pt x="551" y="5820"/>
                  </a:lnTo>
                  <a:lnTo>
                    <a:pt x="3555" y="5820"/>
                  </a:lnTo>
                  <a:lnTo>
                    <a:pt x="3555" y="6197"/>
                  </a:lnTo>
                  <a:lnTo>
                    <a:pt x="3555" y="6219"/>
                  </a:lnTo>
                  <a:lnTo>
                    <a:pt x="5840" y="6219"/>
                  </a:lnTo>
                  <a:lnTo>
                    <a:pt x="5840" y="6197"/>
                  </a:lnTo>
                  <a:lnTo>
                    <a:pt x="5840" y="5820"/>
                  </a:lnTo>
                  <a:close/>
                  <a:moveTo>
                    <a:pt x="601" y="0"/>
                  </a:moveTo>
                  <a:lnTo>
                    <a:pt x="601" y="5271"/>
                  </a:lnTo>
                  <a:lnTo>
                    <a:pt x="1" y="5271"/>
                  </a:lnTo>
                  <a:lnTo>
                    <a:pt x="1" y="7127"/>
                  </a:lnTo>
                  <a:lnTo>
                    <a:pt x="9394" y="7127"/>
                  </a:lnTo>
                  <a:lnTo>
                    <a:pt x="9394" y="5271"/>
                  </a:lnTo>
                  <a:lnTo>
                    <a:pt x="8793" y="5271"/>
                  </a:lnTo>
                  <a:lnTo>
                    <a:pt x="87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60;p71">
              <a:extLst>
                <a:ext uri="{FF2B5EF4-FFF2-40B4-BE49-F238E27FC236}">
                  <a16:creationId xmlns:a16="http://schemas.microsoft.com/office/drawing/2014/main" id="{D2FF0D61-7601-41D1-A9C8-2EBAB28297EA}"/>
                </a:ext>
              </a:extLst>
            </p:cNvPr>
            <p:cNvSpPr/>
            <p:nvPr/>
          </p:nvSpPr>
          <p:spPr>
            <a:xfrm>
              <a:off x="3043276" y="3102599"/>
              <a:ext cx="176034" cy="120194"/>
            </a:xfrm>
            <a:custGeom>
              <a:avLst/>
              <a:gdLst/>
              <a:ahLst/>
              <a:cxnLst/>
              <a:rect l="l" t="t" r="r" b="b"/>
              <a:pathLst>
                <a:path w="5252" h="3586" extrusionOk="0">
                  <a:moveTo>
                    <a:pt x="4221" y="551"/>
                  </a:moveTo>
                  <a:lnTo>
                    <a:pt x="2626" y="1861"/>
                  </a:lnTo>
                  <a:lnTo>
                    <a:pt x="1029" y="551"/>
                  </a:lnTo>
                  <a:close/>
                  <a:moveTo>
                    <a:pt x="551" y="869"/>
                  </a:moveTo>
                  <a:lnTo>
                    <a:pt x="1768" y="1867"/>
                  </a:lnTo>
                  <a:lnTo>
                    <a:pt x="551" y="2764"/>
                  </a:lnTo>
                  <a:lnTo>
                    <a:pt x="551" y="869"/>
                  </a:lnTo>
                  <a:close/>
                  <a:moveTo>
                    <a:pt x="4701" y="871"/>
                  </a:moveTo>
                  <a:lnTo>
                    <a:pt x="4701" y="2766"/>
                  </a:lnTo>
                  <a:lnTo>
                    <a:pt x="3485" y="1869"/>
                  </a:lnTo>
                  <a:lnTo>
                    <a:pt x="4701" y="871"/>
                  </a:lnTo>
                  <a:close/>
                  <a:moveTo>
                    <a:pt x="3046" y="2228"/>
                  </a:moveTo>
                  <a:lnTo>
                    <a:pt x="4139" y="3036"/>
                  </a:lnTo>
                  <a:lnTo>
                    <a:pt x="1113" y="3036"/>
                  </a:lnTo>
                  <a:lnTo>
                    <a:pt x="2206" y="2228"/>
                  </a:lnTo>
                  <a:lnTo>
                    <a:pt x="2626" y="2573"/>
                  </a:lnTo>
                  <a:lnTo>
                    <a:pt x="3046" y="2228"/>
                  </a:lnTo>
                  <a:close/>
                  <a:moveTo>
                    <a:pt x="0" y="0"/>
                  </a:moveTo>
                  <a:lnTo>
                    <a:pt x="0" y="3586"/>
                  </a:lnTo>
                  <a:lnTo>
                    <a:pt x="5252" y="3586"/>
                  </a:lnTo>
                  <a:lnTo>
                    <a:pt x="5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468;p38">
            <a:extLst>
              <a:ext uri="{FF2B5EF4-FFF2-40B4-BE49-F238E27FC236}">
                <a16:creationId xmlns:a16="http://schemas.microsoft.com/office/drawing/2014/main" id="{3C4A0A69-FAD1-453C-049B-21375C4130AD}"/>
              </a:ext>
            </a:extLst>
          </p:cNvPr>
          <p:cNvSpPr txBox="1">
            <a:spLocks/>
          </p:cNvSpPr>
          <p:nvPr/>
        </p:nvSpPr>
        <p:spPr>
          <a:xfrm>
            <a:off x="3400508" y="1843300"/>
            <a:ext cx="2473576" cy="69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 lang="ro-RO" dirty="0"/>
              <a:t>Fundamente Teoretice</a:t>
            </a:r>
          </a:p>
        </p:txBody>
      </p:sp>
      <p:sp>
        <p:nvSpPr>
          <p:cNvPr id="30" name="Google Shape;468;p38">
            <a:extLst>
              <a:ext uri="{FF2B5EF4-FFF2-40B4-BE49-F238E27FC236}">
                <a16:creationId xmlns:a16="http://schemas.microsoft.com/office/drawing/2014/main" id="{8F2DE25F-D319-3206-3A94-8D572C9AD966}"/>
              </a:ext>
            </a:extLst>
          </p:cNvPr>
          <p:cNvSpPr txBox="1">
            <a:spLocks/>
          </p:cNvSpPr>
          <p:nvPr/>
        </p:nvSpPr>
        <p:spPr>
          <a:xfrm>
            <a:off x="6081016" y="1843300"/>
            <a:ext cx="2473576" cy="69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 lang="ro-RO" dirty="0"/>
              <a:t>Arhitectura Sistemului</a:t>
            </a:r>
          </a:p>
        </p:txBody>
      </p:sp>
      <p:sp>
        <p:nvSpPr>
          <p:cNvPr id="31" name="Google Shape;468;p38">
            <a:extLst>
              <a:ext uri="{FF2B5EF4-FFF2-40B4-BE49-F238E27FC236}">
                <a16:creationId xmlns:a16="http://schemas.microsoft.com/office/drawing/2014/main" id="{BDC5B76C-950B-837D-A554-000E5D123CE0}"/>
              </a:ext>
            </a:extLst>
          </p:cNvPr>
          <p:cNvSpPr txBox="1">
            <a:spLocks/>
          </p:cNvSpPr>
          <p:nvPr/>
        </p:nvSpPr>
        <p:spPr>
          <a:xfrm>
            <a:off x="2062030" y="3757438"/>
            <a:ext cx="2473576" cy="69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 lang="ro-RO" dirty="0"/>
              <a:t>Implementare &amp; Interfață</a:t>
            </a:r>
          </a:p>
        </p:txBody>
      </p:sp>
      <p:sp>
        <p:nvSpPr>
          <p:cNvPr id="32" name="Google Shape;468;p38">
            <a:extLst>
              <a:ext uri="{FF2B5EF4-FFF2-40B4-BE49-F238E27FC236}">
                <a16:creationId xmlns:a16="http://schemas.microsoft.com/office/drawing/2014/main" id="{8484BA9E-FCCA-7DE4-4EFB-6EC061351001}"/>
              </a:ext>
            </a:extLst>
          </p:cNvPr>
          <p:cNvSpPr txBox="1">
            <a:spLocks/>
          </p:cNvSpPr>
          <p:nvPr/>
        </p:nvSpPr>
        <p:spPr>
          <a:xfrm>
            <a:off x="4742538" y="3757438"/>
            <a:ext cx="2473576" cy="69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 lang="ro-RO" dirty="0"/>
              <a:t>Demo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6"/>
          <p:cNvSpPr txBox="1">
            <a:spLocks noGrp="1"/>
          </p:cNvSpPr>
          <p:nvPr>
            <p:ph type="title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o-RO" dirty="0"/>
              <a:t>Introducere &amp; Motivație</a:t>
            </a:r>
            <a:endParaRPr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34" name="Google Shape;1134;p56"/>
          <p:cNvSpPr txBox="1"/>
          <p:nvPr/>
        </p:nvSpPr>
        <p:spPr>
          <a:xfrm>
            <a:off x="4626592" y="1210151"/>
            <a:ext cx="3480178" cy="9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b="1" dirty="0" err="1">
                <a:solidFill>
                  <a:schemeClr val="dk1"/>
                </a:solidFill>
                <a:latin typeface="Didact Gothic"/>
              </a:rPr>
              <a:t>Volumul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crescut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de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mesaje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frauduloase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(phishing, marketing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agresiv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) produce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pierderi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financiare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și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compromiterea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datelor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personale</a:t>
            </a:r>
            <a:endParaRPr dirty="0">
              <a:solidFill>
                <a:schemeClr val="dk1"/>
              </a:solidFill>
              <a:latin typeface="Didact Gothic"/>
              <a:sym typeface="Montserrat Black"/>
            </a:endParaRPr>
          </a:p>
        </p:txBody>
      </p:sp>
      <p:sp>
        <p:nvSpPr>
          <p:cNvPr id="1136" name="Google Shape;1136;p56"/>
          <p:cNvSpPr txBox="1"/>
          <p:nvPr/>
        </p:nvSpPr>
        <p:spPr>
          <a:xfrm>
            <a:off x="4576810" y="3529866"/>
            <a:ext cx="3348900" cy="98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b="1" dirty="0" err="1">
                <a:solidFill>
                  <a:schemeClr val="dk1"/>
                </a:solidFill>
                <a:latin typeface="Didact Gothic"/>
              </a:rPr>
              <a:t>Clasificare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automată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și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precisă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a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mesajelor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în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limba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română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(SPAM/HAM)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folosind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extracție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de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caracteristici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și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Didact Gothic"/>
              </a:rPr>
              <a:t>algoritmi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 ML</a:t>
            </a:r>
          </a:p>
        </p:txBody>
      </p:sp>
      <p:sp>
        <p:nvSpPr>
          <p:cNvPr id="1138" name="Google Shape;1138;p56"/>
          <p:cNvSpPr txBox="1"/>
          <p:nvPr/>
        </p:nvSpPr>
        <p:spPr>
          <a:xfrm>
            <a:off x="4576810" y="2559716"/>
            <a:ext cx="3348900" cy="60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dirty="0" err="1">
                <a:solidFill>
                  <a:schemeClr val="dk1"/>
                </a:solidFill>
                <a:latin typeface="Didact Gothic"/>
              </a:rPr>
              <a:t>Algoritm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Naive Bayes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pentru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Didact Gothic"/>
              </a:rPr>
              <a:t>diferențierea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HAM</a:t>
            </a:r>
            <a:r>
              <a:rPr lang="en-US" dirty="0">
                <a:solidFill>
                  <a:schemeClr val="dk1"/>
                </a:solidFill>
                <a:latin typeface="Didact Gothic"/>
              </a:rPr>
              <a:t> vs </a:t>
            </a:r>
            <a:r>
              <a:rPr lang="en-US" b="1" dirty="0">
                <a:solidFill>
                  <a:schemeClr val="dk1"/>
                </a:solidFill>
                <a:latin typeface="Didact Gothic"/>
              </a:rPr>
              <a:t>SPAM</a:t>
            </a:r>
          </a:p>
        </p:txBody>
      </p:sp>
      <p:sp>
        <p:nvSpPr>
          <p:cNvPr id="1140" name="Google Shape;1140;p56"/>
          <p:cNvSpPr txBox="1"/>
          <p:nvPr/>
        </p:nvSpPr>
        <p:spPr>
          <a:xfrm>
            <a:off x="2419509" y="1435225"/>
            <a:ext cx="1761255" cy="52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Problema</a:t>
            </a:r>
            <a:endParaRPr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41" name="Google Shape;1141;p56"/>
          <p:cNvSpPr txBox="1"/>
          <p:nvPr/>
        </p:nvSpPr>
        <p:spPr>
          <a:xfrm>
            <a:off x="2419510" y="3759301"/>
            <a:ext cx="1814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Obiectiv</a:t>
            </a:r>
            <a:endParaRPr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42" name="Google Shape;1142;p56"/>
          <p:cNvSpPr txBox="1"/>
          <p:nvPr/>
        </p:nvSpPr>
        <p:spPr>
          <a:xfrm>
            <a:off x="2419510" y="2597263"/>
            <a:ext cx="1814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Soluția ML</a:t>
            </a:r>
            <a:endParaRPr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143" name="Google Shape;1143;p56"/>
          <p:cNvCxnSpPr>
            <a:cxnSpLocks/>
            <a:stCxn id="1144" idx="6"/>
            <a:endCxn id="1140" idx="1"/>
          </p:cNvCxnSpPr>
          <p:nvPr/>
        </p:nvCxnSpPr>
        <p:spPr>
          <a:xfrm flipV="1">
            <a:off x="2076688" y="1699058"/>
            <a:ext cx="342821" cy="101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5" name="Google Shape;1145;p56"/>
          <p:cNvCxnSpPr>
            <a:cxnSpLocks/>
            <a:stCxn id="1146" idx="6"/>
            <a:endCxn id="1142" idx="1"/>
          </p:cNvCxnSpPr>
          <p:nvPr/>
        </p:nvCxnSpPr>
        <p:spPr>
          <a:xfrm>
            <a:off x="2076688" y="2861095"/>
            <a:ext cx="342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9" name="Google Shape;1149;p56"/>
          <p:cNvCxnSpPr>
            <a:cxnSpLocks/>
            <a:stCxn id="1140" idx="3"/>
            <a:endCxn id="1134" idx="1"/>
          </p:cNvCxnSpPr>
          <p:nvPr/>
        </p:nvCxnSpPr>
        <p:spPr>
          <a:xfrm flipV="1">
            <a:off x="4180764" y="1699057"/>
            <a:ext cx="445828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0" name="Google Shape;1150;p56"/>
          <p:cNvCxnSpPr>
            <a:cxnSpLocks/>
            <a:stCxn id="1142" idx="3"/>
            <a:endCxn id="1138" idx="1"/>
          </p:cNvCxnSpPr>
          <p:nvPr/>
        </p:nvCxnSpPr>
        <p:spPr>
          <a:xfrm flipV="1">
            <a:off x="4233910" y="2861095"/>
            <a:ext cx="342900" cy="1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1" name="Google Shape;1151;p56"/>
          <p:cNvCxnSpPr>
            <a:cxnSpLocks/>
            <a:stCxn id="1141" idx="3"/>
            <a:endCxn id="1136" idx="1"/>
          </p:cNvCxnSpPr>
          <p:nvPr/>
        </p:nvCxnSpPr>
        <p:spPr>
          <a:xfrm flipV="1">
            <a:off x="4233910" y="4023132"/>
            <a:ext cx="342900" cy="1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4" name="Google Shape;1144;p56"/>
          <p:cNvSpPr/>
          <p:nvPr/>
        </p:nvSpPr>
        <p:spPr>
          <a:xfrm>
            <a:off x="1218388" y="1280095"/>
            <a:ext cx="858300" cy="858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/>
              <a:t>❕</a:t>
            </a:r>
            <a:endParaRPr sz="2800" dirty="0"/>
          </a:p>
        </p:txBody>
      </p:sp>
      <p:sp>
        <p:nvSpPr>
          <p:cNvPr id="1146" name="Google Shape;1146;p56"/>
          <p:cNvSpPr/>
          <p:nvPr/>
        </p:nvSpPr>
        <p:spPr>
          <a:xfrm>
            <a:off x="1218388" y="2431945"/>
            <a:ext cx="858300" cy="858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endParaRPr sz="3600" dirty="0"/>
          </a:p>
        </p:txBody>
      </p:sp>
      <p:sp>
        <p:nvSpPr>
          <p:cNvPr id="1148" name="Google Shape;1148;p56"/>
          <p:cNvSpPr/>
          <p:nvPr/>
        </p:nvSpPr>
        <p:spPr>
          <a:xfrm>
            <a:off x="1218388" y="3583795"/>
            <a:ext cx="858300" cy="858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4400" dirty="0"/>
          </a:p>
        </p:txBody>
      </p:sp>
      <p:cxnSp>
        <p:nvCxnSpPr>
          <p:cNvPr id="16" name="Google Shape;1145;p56">
            <a:extLst>
              <a:ext uri="{FF2B5EF4-FFF2-40B4-BE49-F238E27FC236}">
                <a16:creationId xmlns:a16="http://schemas.microsoft.com/office/drawing/2014/main" id="{4E4D2E75-C1AD-4990-AF87-7AFEBC04783E}"/>
              </a:ext>
            </a:extLst>
          </p:cNvPr>
          <p:cNvCxnSpPr>
            <a:cxnSpLocks/>
          </p:cNvCxnSpPr>
          <p:nvPr/>
        </p:nvCxnSpPr>
        <p:spPr>
          <a:xfrm>
            <a:off x="2076688" y="4023131"/>
            <a:ext cx="342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604;p71">
            <a:extLst>
              <a:ext uri="{FF2B5EF4-FFF2-40B4-BE49-F238E27FC236}">
                <a16:creationId xmlns:a16="http://schemas.microsoft.com/office/drawing/2014/main" id="{41B41703-2B36-7946-A448-26D9AF7E19EA}"/>
              </a:ext>
            </a:extLst>
          </p:cNvPr>
          <p:cNvSpPr/>
          <p:nvPr/>
        </p:nvSpPr>
        <p:spPr>
          <a:xfrm>
            <a:off x="8444058" y="105540"/>
            <a:ext cx="699942" cy="700775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758;p71">
            <a:extLst>
              <a:ext uri="{FF2B5EF4-FFF2-40B4-BE49-F238E27FC236}">
                <a16:creationId xmlns:a16="http://schemas.microsoft.com/office/drawing/2014/main" id="{3FE1E85B-2E8C-97D2-97CF-79C4D9C49CBF}"/>
              </a:ext>
            </a:extLst>
          </p:cNvPr>
          <p:cNvGrpSpPr/>
          <p:nvPr/>
        </p:nvGrpSpPr>
        <p:grpSpPr>
          <a:xfrm>
            <a:off x="8612112" y="288493"/>
            <a:ext cx="367677" cy="279320"/>
            <a:chOff x="2973862" y="3064624"/>
            <a:chExt cx="314863" cy="238913"/>
          </a:xfrm>
        </p:grpSpPr>
        <p:sp>
          <p:nvSpPr>
            <p:cNvPr id="19" name="Google Shape;1759;p71">
              <a:extLst>
                <a:ext uri="{FF2B5EF4-FFF2-40B4-BE49-F238E27FC236}">
                  <a16:creationId xmlns:a16="http://schemas.microsoft.com/office/drawing/2014/main" id="{92204426-C8AB-4729-B0AF-790EF375AC1B}"/>
                </a:ext>
              </a:extLst>
            </p:cNvPr>
            <p:cNvSpPr/>
            <p:nvPr/>
          </p:nvSpPr>
          <p:spPr>
            <a:xfrm>
              <a:off x="2973862" y="3064624"/>
              <a:ext cx="314863" cy="238913"/>
            </a:xfrm>
            <a:custGeom>
              <a:avLst/>
              <a:gdLst/>
              <a:ahLst/>
              <a:cxnLst/>
              <a:rect l="l" t="t" r="r" b="b"/>
              <a:pathLst>
                <a:path w="9394" h="7128" extrusionOk="0">
                  <a:moveTo>
                    <a:pt x="8243" y="549"/>
                  </a:moveTo>
                  <a:lnTo>
                    <a:pt x="8243" y="5269"/>
                  </a:lnTo>
                  <a:lnTo>
                    <a:pt x="5290" y="5269"/>
                  </a:lnTo>
                  <a:lnTo>
                    <a:pt x="5290" y="5647"/>
                  </a:lnTo>
                  <a:lnTo>
                    <a:pt x="4106" y="5647"/>
                  </a:lnTo>
                  <a:lnTo>
                    <a:pt x="4106" y="5269"/>
                  </a:lnTo>
                  <a:lnTo>
                    <a:pt x="1153" y="5269"/>
                  </a:lnTo>
                  <a:lnTo>
                    <a:pt x="1153" y="549"/>
                  </a:lnTo>
                  <a:close/>
                  <a:moveTo>
                    <a:pt x="8845" y="5820"/>
                  </a:moveTo>
                  <a:lnTo>
                    <a:pt x="8845" y="6576"/>
                  </a:lnTo>
                  <a:lnTo>
                    <a:pt x="551" y="6576"/>
                  </a:lnTo>
                  <a:lnTo>
                    <a:pt x="551" y="5820"/>
                  </a:lnTo>
                  <a:lnTo>
                    <a:pt x="3555" y="5820"/>
                  </a:lnTo>
                  <a:lnTo>
                    <a:pt x="3555" y="6197"/>
                  </a:lnTo>
                  <a:lnTo>
                    <a:pt x="3555" y="6219"/>
                  </a:lnTo>
                  <a:lnTo>
                    <a:pt x="5840" y="6219"/>
                  </a:lnTo>
                  <a:lnTo>
                    <a:pt x="5840" y="6197"/>
                  </a:lnTo>
                  <a:lnTo>
                    <a:pt x="5840" y="5820"/>
                  </a:lnTo>
                  <a:close/>
                  <a:moveTo>
                    <a:pt x="601" y="0"/>
                  </a:moveTo>
                  <a:lnTo>
                    <a:pt x="601" y="5271"/>
                  </a:lnTo>
                  <a:lnTo>
                    <a:pt x="1" y="5271"/>
                  </a:lnTo>
                  <a:lnTo>
                    <a:pt x="1" y="7127"/>
                  </a:lnTo>
                  <a:lnTo>
                    <a:pt x="9394" y="7127"/>
                  </a:lnTo>
                  <a:lnTo>
                    <a:pt x="9394" y="5271"/>
                  </a:lnTo>
                  <a:lnTo>
                    <a:pt x="8793" y="5271"/>
                  </a:lnTo>
                  <a:lnTo>
                    <a:pt x="87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60;p71">
              <a:extLst>
                <a:ext uri="{FF2B5EF4-FFF2-40B4-BE49-F238E27FC236}">
                  <a16:creationId xmlns:a16="http://schemas.microsoft.com/office/drawing/2014/main" id="{6F9BE376-DA85-854F-7156-89817FAEA3EF}"/>
                </a:ext>
              </a:extLst>
            </p:cNvPr>
            <p:cNvSpPr/>
            <p:nvPr/>
          </p:nvSpPr>
          <p:spPr>
            <a:xfrm>
              <a:off x="3043276" y="3102599"/>
              <a:ext cx="176034" cy="120194"/>
            </a:xfrm>
            <a:custGeom>
              <a:avLst/>
              <a:gdLst/>
              <a:ahLst/>
              <a:cxnLst/>
              <a:rect l="l" t="t" r="r" b="b"/>
              <a:pathLst>
                <a:path w="5252" h="3586" extrusionOk="0">
                  <a:moveTo>
                    <a:pt x="4221" y="551"/>
                  </a:moveTo>
                  <a:lnTo>
                    <a:pt x="2626" y="1861"/>
                  </a:lnTo>
                  <a:lnTo>
                    <a:pt x="1029" y="551"/>
                  </a:lnTo>
                  <a:close/>
                  <a:moveTo>
                    <a:pt x="551" y="869"/>
                  </a:moveTo>
                  <a:lnTo>
                    <a:pt x="1768" y="1867"/>
                  </a:lnTo>
                  <a:lnTo>
                    <a:pt x="551" y="2764"/>
                  </a:lnTo>
                  <a:lnTo>
                    <a:pt x="551" y="869"/>
                  </a:lnTo>
                  <a:close/>
                  <a:moveTo>
                    <a:pt x="4701" y="871"/>
                  </a:moveTo>
                  <a:lnTo>
                    <a:pt x="4701" y="2766"/>
                  </a:lnTo>
                  <a:lnTo>
                    <a:pt x="3485" y="1869"/>
                  </a:lnTo>
                  <a:lnTo>
                    <a:pt x="4701" y="871"/>
                  </a:lnTo>
                  <a:close/>
                  <a:moveTo>
                    <a:pt x="3046" y="2228"/>
                  </a:moveTo>
                  <a:lnTo>
                    <a:pt x="4139" y="3036"/>
                  </a:lnTo>
                  <a:lnTo>
                    <a:pt x="1113" y="3036"/>
                  </a:lnTo>
                  <a:lnTo>
                    <a:pt x="2206" y="2228"/>
                  </a:lnTo>
                  <a:lnTo>
                    <a:pt x="2626" y="2573"/>
                  </a:lnTo>
                  <a:lnTo>
                    <a:pt x="3046" y="2228"/>
                  </a:lnTo>
                  <a:close/>
                  <a:moveTo>
                    <a:pt x="0" y="0"/>
                  </a:moveTo>
                  <a:lnTo>
                    <a:pt x="0" y="3586"/>
                  </a:lnTo>
                  <a:lnTo>
                    <a:pt x="5252" y="3586"/>
                  </a:lnTo>
                  <a:lnTo>
                    <a:pt x="5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C4DA0ED-ED57-1900-B1FE-6CE2471D7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205" y="2577583"/>
            <a:ext cx="600593" cy="584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51600B-7F8E-629F-447C-EDBCE83AA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821" y="3514420"/>
            <a:ext cx="1086947" cy="10135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54"/>
          <p:cNvSpPr txBox="1">
            <a:spLocks noGrp="1"/>
          </p:cNvSpPr>
          <p:nvPr>
            <p:ph type="subTitle" idx="1"/>
          </p:nvPr>
        </p:nvSpPr>
        <p:spPr>
          <a:xfrm>
            <a:off x="636896" y="1801503"/>
            <a:ext cx="4235355" cy="3289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Clasificare</a:t>
            </a:r>
            <a:r>
              <a:rPr lang="en-US" b="1" dirty="0"/>
              <a:t> </a:t>
            </a:r>
            <a:r>
              <a:rPr lang="en-US" b="1" dirty="0" err="1"/>
              <a:t>Binară</a:t>
            </a:r>
            <a:r>
              <a:rPr lang="en-US" b="1" dirty="0"/>
              <a:t>:</a:t>
            </a:r>
            <a:r>
              <a:rPr lang="ro-RO" b="1" dirty="0"/>
              <a:t> 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tratată</a:t>
            </a:r>
            <a:r>
              <a:rPr lang="en-US" dirty="0"/>
              <a:t> ca o </a:t>
            </a:r>
            <a:r>
              <a:rPr lang="en-US" dirty="0" err="1"/>
              <a:t>sarcină</a:t>
            </a:r>
            <a:r>
              <a:rPr lang="en-US" dirty="0"/>
              <a:t> de </a:t>
            </a:r>
            <a:r>
              <a:rPr lang="en-US" b="1" dirty="0" err="1"/>
              <a:t>învățare</a:t>
            </a:r>
            <a:r>
              <a:rPr lang="en-US" b="1" dirty="0"/>
              <a:t> </a:t>
            </a:r>
            <a:r>
              <a:rPr lang="en-US" b="1" dirty="0" err="1"/>
              <a:t>supervizată</a:t>
            </a:r>
            <a:endParaRPr lang="ro-RO" b="1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endParaRPr lang="ro-RO" b="1" dirty="0"/>
          </a:p>
          <a:p>
            <a:pPr marL="0" lvl="0" indent="0"/>
            <a:endParaRPr lang="ro-RO" b="1" dirty="0"/>
          </a:p>
          <a:p>
            <a:pPr marL="0" lvl="0" indent="0"/>
            <a:r>
              <a:rPr lang="en-US" b="1" dirty="0" err="1"/>
              <a:t>Fluxul</a:t>
            </a:r>
            <a:r>
              <a:rPr lang="en-US" b="1" dirty="0"/>
              <a:t> de </a:t>
            </a:r>
            <a:r>
              <a:rPr lang="en-US" b="1" dirty="0" err="1"/>
              <a:t>Preprocesare</a:t>
            </a:r>
            <a:r>
              <a:rPr lang="en-US" b="1" dirty="0"/>
              <a:t>: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 err="1"/>
              <a:t>Tokenizare</a:t>
            </a:r>
            <a:endParaRPr lang="en-US" b="1" dirty="0"/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 err="1"/>
              <a:t>Eliminarea</a:t>
            </a:r>
            <a:r>
              <a:rPr lang="en-US" b="1" dirty="0"/>
              <a:t> </a:t>
            </a:r>
            <a:r>
              <a:rPr lang="en-US" b="1" dirty="0" err="1"/>
              <a:t>diacriticelor</a:t>
            </a:r>
            <a:endParaRPr lang="en-US" b="1" dirty="0"/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 err="1"/>
              <a:t>Normalizare</a:t>
            </a:r>
            <a:endParaRPr lang="en-US" b="1" dirty="0"/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 err="1"/>
              <a:t>Vectorizare</a:t>
            </a:r>
            <a:endParaRPr lang="en-US" b="1" dirty="0"/>
          </a:p>
        </p:txBody>
      </p:sp>
      <p:sp>
        <p:nvSpPr>
          <p:cNvPr id="1058" name="Google Shape;1058;p54"/>
          <p:cNvSpPr txBox="1">
            <a:spLocks noGrp="1"/>
          </p:cNvSpPr>
          <p:nvPr>
            <p:ph type="title"/>
          </p:nvPr>
        </p:nvSpPr>
        <p:spPr>
          <a:xfrm>
            <a:off x="539361" y="277504"/>
            <a:ext cx="4537606" cy="7233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 err="1"/>
              <a:t>Fundamente</a:t>
            </a:r>
            <a:r>
              <a:rPr lang="en-US" dirty="0"/>
              <a:t> </a:t>
            </a:r>
            <a:r>
              <a:rPr lang="en-US" dirty="0" err="1"/>
              <a:t>Teoretice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6F50ACD-EB11-F935-9D95-755FC39897A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4641" r="14641"/>
          <a:stretch>
            <a:fillRect/>
          </a:stretch>
        </p:blipFill>
        <p:spPr>
          <a:xfrm>
            <a:off x="4293300" y="0"/>
            <a:ext cx="4850700" cy="5143500"/>
          </a:xfr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2"/>
          <p:cNvSpPr txBox="1">
            <a:spLocks noGrp="1"/>
          </p:cNvSpPr>
          <p:nvPr>
            <p:ph type="title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o-RO" dirty="0"/>
              <a:t>Arhitectura Sistemului</a:t>
            </a:r>
            <a:endParaRPr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99" name="Google Shape;599;p42"/>
          <p:cNvSpPr txBox="1">
            <a:spLocks noGrp="1"/>
          </p:cNvSpPr>
          <p:nvPr>
            <p:ph type="title" idx="2"/>
          </p:nvPr>
        </p:nvSpPr>
        <p:spPr>
          <a:xfrm>
            <a:off x="40943" y="2460728"/>
            <a:ext cx="3855757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Motor de </a:t>
            </a:r>
            <a:r>
              <a:rPr lang="en-US" b="1" dirty="0" err="1"/>
              <a:t>Analiză</a:t>
            </a:r>
            <a:r>
              <a:rPr lang="en-US" b="1" dirty="0"/>
              <a:t> &amp; </a:t>
            </a:r>
            <a:r>
              <a:rPr lang="en-US" b="1" dirty="0" err="1"/>
              <a:t>Decizie</a:t>
            </a:r>
            <a:endParaRPr lang="en-US" b="1" dirty="0"/>
          </a:p>
        </p:txBody>
      </p:sp>
      <p:sp>
        <p:nvSpPr>
          <p:cNvPr id="600" name="Google Shape;600;p42"/>
          <p:cNvSpPr txBox="1">
            <a:spLocks noGrp="1"/>
          </p:cNvSpPr>
          <p:nvPr>
            <p:ph type="subTitle" idx="1"/>
          </p:nvPr>
        </p:nvSpPr>
        <p:spPr>
          <a:xfrm>
            <a:off x="368035" y="2808907"/>
            <a:ext cx="3528653" cy="759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Normalizare</a:t>
            </a:r>
            <a:r>
              <a:rPr lang="en-US" dirty="0"/>
              <a:t> text → </a:t>
            </a:r>
            <a:r>
              <a:rPr lang="en-US" dirty="0" err="1"/>
              <a:t>Extracție</a:t>
            </a:r>
            <a:r>
              <a:rPr lang="en-US" dirty="0"/>
              <a:t> </a:t>
            </a:r>
            <a:r>
              <a:rPr lang="en-US" dirty="0" err="1"/>
              <a:t>caracteristici</a:t>
            </a:r>
            <a:r>
              <a:rPr lang="en-US" dirty="0"/>
              <a:t> → </a:t>
            </a:r>
            <a:r>
              <a:rPr lang="en-US" dirty="0" err="1"/>
              <a:t>Algoritm</a:t>
            </a:r>
            <a:r>
              <a:rPr lang="en-US" dirty="0"/>
              <a:t> Naive Bayes</a:t>
            </a:r>
            <a:endParaRPr lang="ro-RO" dirty="0"/>
          </a:p>
          <a:p>
            <a:pPr marL="0" lvl="0" indent="0"/>
            <a:r>
              <a:rPr lang="ro-RO" b="1" dirty="0"/>
              <a:t>(JavaScript)</a:t>
            </a:r>
            <a:endParaRPr dirty="0"/>
          </a:p>
        </p:txBody>
      </p:sp>
      <p:sp>
        <p:nvSpPr>
          <p:cNvPr id="601" name="Google Shape;601;p42"/>
          <p:cNvSpPr txBox="1">
            <a:spLocks noGrp="1"/>
          </p:cNvSpPr>
          <p:nvPr>
            <p:ph type="title" idx="3"/>
          </p:nvPr>
        </p:nvSpPr>
        <p:spPr>
          <a:xfrm>
            <a:off x="5247325" y="1352978"/>
            <a:ext cx="23364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Frontend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4"/>
          </p:nvPr>
        </p:nvSpPr>
        <p:spPr>
          <a:xfrm>
            <a:off x="5247312" y="1701290"/>
            <a:ext cx="3105117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Interfa</a:t>
            </a:r>
            <a:r>
              <a:rPr lang="ro-RO" dirty="0"/>
              <a:t>ța utilizatorului </a:t>
            </a:r>
          </a:p>
          <a:p>
            <a:pPr marL="0" lvl="0" indent="0" algn="ctr"/>
            <a:r>
              <a:rPr lang="ro-RO" dirty="0"/>
              <a:t> (</a:t>
            </a:r>
            <a:r>
              <a:rPr lang="ro-RO" b="1" dirty="0"/>
              <a:t>React</a:t>
            </a:r>
            <a:r>
              <a:rPr lang="ro-RO" dirty="0"/>
              <a:t> + </a:t>
            </a:r>
            <a:r>
              <a:rPr lang="en-US" b="1" dirty="0" err="1"/>
              <a:t>TailwindCSS</a:t>
            </a:r>
            <a:r>
              <a:rPr lang="en-US" b="1" dirty="0"/>
              <a:t> + Recharts</a:t>
            </a:r>
            <a:r>
              <a:rPr lang="ro-RO" b="1" dirty="0"/>
              <a:t>)</a:t>
            </a:r>
            <a:endParaRPr b="1" dirty="0"/>
          </a:p>
        </p:txBody>
      </p:sp>
      <p:sp>
        <p:nvSpPr>
          <p:cNvPr id="603" name="Google Shape;603;p42"/>
          <p:cNvSpPr txBox="1">
            <a:spLocks noGrp="1"/>
          </p:cNvSpPr>
          <p:nvPr>
            <p:ph type="title" idx="5"/>
          </p:nvPr>
        </p:nvSpPr>
        <p:spPr>
          <a:xfrm>
            <a:off x="5247325" y="3568205"/>
            <a:ext cx="23364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Set de Date</a:t>
            </a:r>
            <a:endParaRPr dirty="0"/>
          </a:p>
        </p:txBody>
      </p:sp>
      <p:sp>
        <p:nvSpPr>
          <p:cNvPr id="604" name="Google Shape;604;p42"/>
          <p:cNvSpPr txBox="1">
            <a:spLocks noGrp="1"/>
          </p:cNvSpPr>
          <p:nvPr>
            <p:ph type="subTitle" idx="6"/>
          </p:nvPr>
        </p:nvSpPr>
        <p:spPr>
          <a:xfrm>
            <a:off x="5247313" y="3916527"/>
            <a:ext cx="2336400" cy="808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nb-NO" dirty="0"/>
              <a:t>140 mesaje etichetate</a:t>
            </a:r>
          </a:p>
          <a:p>
            <a:pPr marL="0" lvl="0" indent="0"/>
            <a:r>
              <a:rPr lang="nb-NO" dirty="0"/>
              <a:t>(80 SPAM, 60 HAM)</a:t>
            </a:r>
            <a:r>
              <a:rPr lang="ro-RO" dirty="0"/>
              <a:t> </a:t>
            </a:r>
          </a:p>
          <a:p>
            <a:pPr marL="0" lvl="0" indent="0" algn="ctr"/>
            <a:r>
              <a:rPr lang="en-US" dirty="0"/>
              <a:t>(</a:t>
            </a:r>
            <a:r>
              <a:rPr lang="en-US" b="1" dirty="0"/>
              <a:t>trainingData.js)</a:t>
            </a:r>
            <a:endParaRPr b="1" dirty="0"/>
          </a:p>
        </p:txBody>
      </p:sp>
      <p:sp>
        <p:nvSpPr>
          <p:cNvPr id="605" name="Google Shape;605;p42"/>
          <p:cNvSpPr/>
          <p:nvPr/>
        </p:nvSpPr>
        <p:spPr>
          <a:xfrm>
            <a:off x="4142838" y="1365820"/>
            <a:ext cx="858300" cy="858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&lt;&gt;</a:t>
            </a:r>
            <a:endParaRPr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4142838" y="2463420"/>
            <a:ext cx="858300" cy="858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607" name="Google Shape;607;p42"/>
          <p:cNvSpPr/>
          <p:nvPr/>
        </p:nvSpPr>
        <p:spPr>
          <a:xfrm>
            <a:off x="4142838" y="3561020"/>
            <a:ext cx="858300" cy="858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2" name="Google Shape;1604;p71">
            <a:extLst>
              <a:ext uri="{FF2B5EF4-FFF2-40B4-BE49-F238E27FC236}">
                <a16:creationId xmlns:a16="http://schemas.microsoft.com/office/drawing/2014/main" id="{6186A52C-2070-A487-79A9-367AD1A57619}"/>
              </a:ext>
            </a:extLst>
          </p:cNvPr>
          <p:cNvSpPr/>
          <p:nvPr/>
        </p:nvSpPr>
        <p:spPr>
          <a:xfrm>
            <a:off x="118924" y="4374149"/>
            <a:ext cx="699942" cy="700775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758;p71">
            <a:extLst>
              <a:ext uri="{FF2B5EF4-FFF2-40B4-BE49-F238E27FC236}">
                <a16:creationId xmlns:a16="http://schemas.microsoft.com/office/drawing/2014/main" id="{CFD9F0AD-FC92-0369-B925-2E974DA193AA}"/>
              </a:ext>
            </a:extLst>
          </p:cNvPr>
          <p:cNvGrpSpPr/>
          <p:nvPr/>
        </p:nvGrpSpPr>
        <p:grpSpPr>
          <a:xfrm>
            <a:off x="286978" y="4557102"/>
            <a:ext cx="367677" cy="279320"/>
            <a:chOff x="2973862" y="3064624"/>
            <a:chExt cx="314863" cy="238913"/>
          </a:xfrm>
        </p:grpSpPr>
        <p:sp>
          <p:nvSpPr>
            <p:cNvPr id="4" name="Google Shape;1759;p71">
              <a:extLst>
                <a:ext uri="{FF2B5EF4-FFF2-40B4-BE49-F238E27FC236}">
                  <a16:creationId xmlns:a16="http://schemas.microsoft.com/office/drawing/2014/main" id="{2AF2245C-D8F3-5559-2658-0B07FD6FA32B}"/>
                </a:ext>
              </a:extLst>
            </p:cNvPr>
            <p:cNvSpPr/>
            <p:nvPr/>
          </p:nvSpPr>
          <p:spPr>
            <a:xfrm>
              <a:off x="2973862" y="3064624"/>
              <a:ext cx="314863" cy="238913"/>
            </a:xfrm>
            <a:custGeom>
              <a:avLst/>
              <a:gdLst/>
              <a:ahLst/>
              <a:cxnLst/>
              <a:rect l="l" t="t" r="r" b="b"/>
              <a:pathLst>
                <a:path w="9394" h="7128" extrusionOk="0">
                  <a:moveTo>
                    <a:pt x="8243" y="549"/>
                  </a:moveTo>
                  <a:lnTo>
                    <a:pt x="8243" y="5269"/>
                  </a:lnTo>
                  <a:lnTo>
                    <a:pt x="5290" y="5269"/>
                  </a:lnTo>
                  <a:lnTo>
                    <a:pt x="5290" y="5647"/>
                  </a:lnTo>
                  <a:lnTo>
                    <a:pt x="4106" y="5647"/>
                  </a:lnTo>
                  <a:lnTo>
                    <a:pt x="4106" y="5269"/>
                  </a:lnTo>
                  <a:lnTo>
                    <a:pt x="1153" y="5269"/>
                  </a:lnTo>
                  <a:lnTo>
                    <a:pt x="1153" y="549"/>
                  </a:lnTo>
                  <a:close/>
                  <a:moveTo>
                    <a:pt x="8845" y="5820"/>
                  </a:moveTo>
                  <a:lnTo>
                    <a:pt x="8845" y="6576"/>
                  </a:lnTo>
                  <a:lnTo>
                    <a:pt x="551" y="6576"/>
                  </a:lnTo>
                  <a:lnTo>
                    <a:pt x="551" y="5820"/>
                  </a:lnTo>
                  <a:lnTo>
                    <a:pt x="3555" y="5820"/>
                  </a:lnTo>
                  <a:lnTo>
                    <a:pt x="3555" y="6197"/>
                  </a:lnTo>
                  <a:lnTo>
                    <a:pt x="3555" y="6219"/>
                  </a:lnTo>
                  <a:lnTo>
                    <a:pt x="5840" y="6219"/>
                  </a:lnTo>
                  <a:lnTo>
                    <a:pt x="5840" y="6197"/>
                  </a:lnTo>
                  <a:lnTo>
                    <a:pt x="5840" y="5820"/>
                  </a:lnTo>
                  <a:close/>
                  <a:moveTo>
                    <a:pt x="601" y="0"/>
                  </a:moveTo>
                  <a:lnTo>
                    <a:pt x="601" y="5271"/>
                  </a:lnTo>
                  <a:lnTo>
                    <a:pt x="1" y="5271"/>
                  </a:lnTo>
                  <a:lnTo>
                    <a:pt x="1" y="7127"/>
                  </a:lnTo>
                  <a:lnTo>
                    <a:pt x="9394" y="7127"/>
                  </a:lnTo>
                  <a:lnTo>
                    <a:pt x="9394" y="5271"/>
                  </a:lnTo>
                  <a:lnTo>
                    <a:pt x="8793" y="5271"/>
                  </a:lnTo>
                  <a:lnTo>
                    <a:pt x="87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60;p71">
              <a:extLst>
                <a:ext uri="{FF2B5EF4-FFF2-40B4-BE49-F238E27FC236}">
                  <a16:creationId xmlns:a16="http://schemas.microsoft.com/office/drawing/2014/main" id="{6018F0FF-A215-5A15-8687-59F0C238AAD3}"/>
                </a:ext>
              </a:extLst>
            </p:cNvPr>
            <p:cNvSpPr/>
            <p:nvPr/>
          </p:nvSpPr>
          <p:spPr>
            <a:xfrm>
              <a:off x="3043276" y="3102599"/>
              <a:ext cx="176034" cy="120194"/>
            </a:xfrm>
            <a:custGeom>
              <a:avLst/>
              <a:gdLst/>
              <a:ahLst/>
              <a:cxnLst/>
              <a:rect l="l" t="t" r="r" b="b"/>
              <a:pathLst>
                <a:path w="5252" h="3586" extrusionOk="0">
                  <a:moveTo>
                    <a:pt x="4221" y="551"/>
                  </a:moveTo>
                  <a:lnTo>
                    <a:pt x="2626" y="1861"/>
                  </a:lnTo>
                  <a:lnTo>
                    <a:pt x="1029" y="551"/>
                  </a:lnTo>
                  <a:close/>
                  <a:moveTo>
                    <a:pt x="551" y="869"/>
                  </a:moveTo>
                  <a:lnTo>
                    <a:pt x="1768" y="1867"/>
                  </a:lnTo>
                  <a:lnTo>
                    <a:pt x="551" y="2764"/>
                  </a:lnTo>
                  <a:lnTo>
                    <a:pt x="551" y="869"/>
                  </a:lnTo>
                  <a:close/>
                  <a:moveTo>
                    <a:pt x="4701" y="871"/>
                  </a:moveTo>
                  <a:lnTo>
                    <a:pt x="4701" y="2766"/>
                  </a:lnTo>
                  <a:lnTo>
                    <a:pt x="3485" y="1869"/>
                  </a:lnTo>
                  <a:lnTo>
                    <a:pt x="4701" y="871"/>
                  </a:lnTo>
                  <a:close/>
                  <a:moveTo>
                    <a:pt x="3046" y="2228"/>
                  </a:moveTo>
                  <a:lnTo>
                    <a:pt x="4139" y="3036"/>
                  </a:lnTo>
                  <a:lnTo>
                    <a:pt x="1113" y="3036"/>
                  </a:lnTo>
                  <a:lnTo>
                    <a:pt x="2206" y="2228"/>
                  </a:lnTo>
                  <a:lnTo>
                    <a:pt x="2626" y="2573"/>
                  </a:lnTo>
                  <a:lnTo>
                    <a:pt x="3046" y="2228"/>
                  </a:lnTo>
                  <a:close/>
                  <a:moveTo>
                    <a:pt x="0" y="0"/>
                  </a:moveTo>
                  <a:lnTo>
                    <a:pt x="0" y="3586"/>
                  </a:lnTo>
                  <a:lnTo>
                    <a:pt x="5252" y="3586"/>
                  </a:lnTo>
                  <a:lnTo>
                    <a:pt x="5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F622F2B-2F01-358F-AD8E-20715B13A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828" y="2419691"/>
            <a:ext cx="1208049" cy="218180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8"/>
          <p:cNvSpPr txBox="1">
            <a:spLocks noGrp="1"/>
          </p:cNvSpPr>
          <p:nvPr>
            <p:ph type="title"/>
          </p:nvPr>
        </p:nvSpPr>
        <p:spPr>
          <a:xfrm>
            <a:off x="720000" y="418963"/>
            <a:ext cx="7704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 err="1"/>
              <a:t>Implementare</a:t>
            </a:r>
            <a:r>
              <a:rPr lang="en-US" dirty="0"/>
              <a:t> &amp; </a:t>
            </a:r>
            <a:r>
              <a:rPr lang="en-US" dirty="0" err="1"/>
              <a:t>Interfa</a:t>
            </a:r>
            <a:r>
              <a:rPr lang="ro-RO" dirty="0"/>
              <a:t>ță</a:t>
            </a:r>
            <a:endParaRPr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66" name="Google Shape;866;p48"/>
          <p:cNvSpPr txBox="1"/>
          <p:nvPr/>
        </p:nvSpPr>
        <p:spPr>
          <a:xfrm>
            <a:off x="752607" y="1144405"/>
            <a:ext cx="3303371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b="1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Naive Bayes</a:t>
            </a:r>
            <a:endParaRPr sz="1800" b="1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67" name="Google Shape;867;p48"/>
          <p:cNvSpPr txBox="1"/>
          <p:nvPr/>
        </p:nvSpPr>
        <p:spPr>
          <a:xfrm>
            <a:off x="405198" y="1956179"/>
            <a:ext cx="3843805" cy="2643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dirty="0" err="1">
                <a:latin typeface="Didact Gothic" panose="00000500000000000000" pitchFamily="2" charset="0"/>
              </a:rPr>
              <a:t>Algoritm</a:t>
            </a:r>
            <a:r>
              <a:rPr lang="ro-RO" dirty="0">
                <a:latin typeface="Didact Gothic" panose="00000500000000000000" pitchFamily="2" charset="0"/>
              </a:rPr>
              <a:t> </a:t>
            </a:r>
            <a:r>
              <a:rPr lang="en-US" dirty="0">
                <a:latin typeface="Didact Gothic" panose="00000500000000000000" pitchFamily="2" charset="0"/>
              </a:rPr>
              <a:t>de </a:t>
            </a:r>
            <a:r>
              <a:rPr lang="en-US" dirty="0" err="1">
                <a:latin typeface="Didact Gothic" panose="00000500000000000000" pitchFamily="2" charset="0"/>
              </a:rPr>
              <a:t>clasificare</a:t>
            </a:r>
            <a:r>
              <a:rPr lang="en-US" dirty="0">
                <a:latin typeface="Didact Gothic" panose="00000500000000000000" pitchFamily="2" charset="0"/>
              </a:rPr>
              <a:t> </a:t>
            </a:r>
            <a:r>
              <a:rPr lang="ro-RO" dirty="0">
                <a:latin typeface="Didact Gothic" panose="00000500000000000000" pitchFamily="2" charset="0"/>
              </a:rPr>
              <a:t>c</a:t>
            </a:r>
            <a:r>
              <a:rPr lang="en-US" dirty="0">
                <a:latin typeface="Didact Gothic" panose="00000500000000000000" pitchFamily="2" charset="0"/>
              </a:rPr>
              <a:t>are </a:t>
            </a:r>
            <a:r>
              <a:rPr lang="en-US" b="1" dirty="0" err="1">
                <a:latin typeface="Didact Gothic" panose="00000500000000000000" pitchFamily="2" charset="0"/>
              </a:rPr>
              <a:t>calculează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b="1" dirty="0" err="1">
                <a:latin typeface="Didact Gothic" panose="00000500000000000000" pitchFamily="2" charset="0"/>
              </a:rPr>
              <a:t>probabilitatea</a:t>
            </a:r>
            <a:r>
              <a:rPr lang="en-US" dirty="0">
                <a:latin typeface="Didact Gothic" panose="00000500000000000000" pitchFamily="2" charset="0"/>
              </a:rPr>
              <a:t> ca un </a:t>
            </a:r>
            <a:r>
              <a:rPr lang="en-US" dirty="0" err="1">
                <a:latin typeface="Didact Gothic" panose="00000500000000000000" pitchFamily="2" charset="0"/>
              </a:rPr>
              <a:t>mesaj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dirty="0" err="1">
                <a:latin typeface="Didact Gothic" panose="00000500000000000000" pitchFamily="2" charset="0"/>
              </a:rPr>
              <a:t>să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dirty="0" err="1">
                <a:latin typeface="Didact Gothic" panose="00000500000000000000" pitchFamily="2" charset="0"/>
              </a:rPr>
              <a:t>aparțină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dirty="0" err="1">
                <a:latin typeface="Didact Gothic" panose="00000500000000000000" pitchFamily="2" charset="0"/>
              </a:rPr>
              <a:t>unei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dirty="0" err="1">
                <a:latin typeface="Didact Gothic" panose="00000500000000000000" pitchFamily="2" charset="0"/>
              </a:rPr>
              <a:t>clase</a:t>
            </a:r>
            <a:r>
              <a:rPr lang="en-US" dirty="0">
                <a:latin typeface="Didact Gothic" panose="00000500000000000000" pitchFamily="2" charset="0"/>
              </a:rPr>
              <a:t> pe </a:t>
            </a:r>
            <a:r>
              <a:rPr lang="en-US" dirty="0" err="1">
                <a:latin typeface="Didact Gothic" panose="00000500000000000000" pitchFamily="2" charset="0"/>
              </a:rPr>
              <a:t>baza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dirty="0" err="1">
                <a:latin typeface="Didact Gothic" panose="00000500000000000000" pitchFamily="2" charset="0"/>
              </a:rPr>
              <a:t>caracteristicilor</a:t>
            </a:r>
            <a:r>
              <a:rPr lang="en-US" dirty="0">
                <a:latin typeface="Didact Gothic" panose="00000500000000000000" pitchFamily="2" charset="0"/>
              </a:rPr>
              <a:t> sale.</a:t>
            </a:r>
            <a:endParaRPr lang="ro-RO" dirty="0">
              <a:latin typeface="Didact Gothic" panose="00000500000000000000" pitchFamily="2" charset="0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o-RO" dirty="0">
                <a:latin typeface="Didact Gothic" panose="00000500000000000000" pitchFamily="2" charset="0"/>
              </a:rPr>
              <a:t>Cum funcționează?</a:t>
            </a:r>
          </a:p>
          <a:p>
            <a:pPr marL="573088" lvl="2" indent="-1143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o-RO" b="1" dirty="0">
                <a:latin typeface="Didact Gothic" panose="00000500000000000000" pitchFamily="2" charset="0"/>
              </a:rPr>
              <a:t>Învățare</a:t>
            </a:r>
            <a:r>
              <a:rPr lang="ro-RO" dirty="0">
                <a:latin typeface="Didact Gothic" panose="00000500000000000000" pitchFamily="2" charset="0"/>
              </a:rPr>
              <a:t> (analizează 140 mesaje etichetate)</a:t>
            </a:r>
          </a:p>
          <a:p>
            <a:pPr marL="573088" lvl="2" indent="-1143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o-RO" b="1" dirty="0">
                <a:latin typeface="Didact Gothic" panose="00000500000000000000" pitchFamily="2" charset="0"/>
              </a:rPr>
              <a:t>Extracție</a:t>
            </a:r>
            <a:r>
              <a:rPr lang="ro-RO" dirty="0">
                <a:latin typeface="Didact Gothic" panose="00000500000000000000" pitchFamily="2" charset="0"/>
              </a:rPr>
              <a:t> (identifică caracteristici cheie)</a:t>
            </a:r>
          </a:p>
          <a:p>
            <a:pPr marL="573088" lvl="2" indent="-1143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o-RO" b="1" dirty="0">
                <a:latin typeface="Didact Gothic" panose="00000500000000000000" pitchFamily="2" charset="0"/>
              </a:rPr>
              <a:t>Clasificare</a:t>
            </a:r>
            <a:r>
              <a:rPr lang="ro-RO" dirty="0">
                <a:latin typeface="Didact Gothic" panose="00000500000000000000" pitchFamily="2" charset="0"/>
              </a:rPr>
              <a:t> (calculează probabilități)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dirty="0">
              <a:solidFill>
                <a:schemeClr val="dk1"/>
              </a:solidFill>
              <a:latin typeface="Didact Gothic" panose="00000500000000000000" pitchFamily="2" charset="0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868" name="Google Shape;868;p48"/>
          <p:cNvSpPr txBox="1"/>
          <p:nvPr/>
        </p:nvSpPr>
        <p:spPr>
          <a:xfrm>
            <a:off x="4249003" y="1141900"/>
            <a:ext cx="4174872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Extragerea caracteristicilor</a:t>
            </a:r>
            <a:endParaRPr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72" name="Google Shape;872;p48"/>
          <p:cNvSpPr txBox="1"/>
          <p:nvPr/>
        </p:nvSpPr>
        <p:spPr>
          <a:xfrm>
            <a:off x="4582442" y="1956179"/>
            <a:ext cx="4174872" cy="27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dirty="0" err="1">
                <a:latin typeface="Didact Gothic" panose="00000500000000000000" pitchFamily="2" charset="0"/>
              </a:rPr>
              <a:t>Principalele</a:t>
            </a:r>
            <a:r>
              <a:rPr lang="it-IT" dirty="0">
                <a:latin typeface="Didact Gothic" panose="00000500000000000000" pitchFamily="2" charset="0"/>
              </a:rPr>
              <a:t> </a:t>
            </a:r>
            <a:r>
              <a:rPr lang="it-IT" dirty="0" err="1">
                <a:latin typeface="Didact Gothic" panose="00000500000000000000" pitchFamily="2" charset="0"/>
              </a:rPr>
              <a:t>grupuri</a:t>
            </a:r>
            <a:r>
              <a:rPr lang="it-IT" dirty="0">
                <a:latin typeface="Didact Gothic" panose="00000500000000000000" pitchFamily="2" charset="0"/>
              </a:rPr>
              <a:t> de indicatori </a:t>
            </a:r>
            <a:r>
              <a:rPr lang="it-IT" dirty="0" err="1">
                <a:latin typeface="Didact Gothic" panose="00000500000000000000" pitchFamily="2" charset="0"/>
              </a:rPr>
              <a:t>analizați</a:t>
            </a:r>
            <a:r>
              <a:rPr lang="it-IT" dirty="0">
                <a:latin typeface="Didact Gothic" panose="00000500000000000000" pitchFamily="2" charset="0"/>
              </a:rPr>
              <a:t> </a:t>
            </a:r>
            <a:r>
              <a:rPr lang="it-IT" dirty="0" err="1">
                <a:latin typeface="Didact Gothic" panose="00000500000000000000" pitchFamily="2" charset="0"/>
              </a:rPr>
              <a:t>sunt</a:t>
            </a:r>
            <a:r>
              <a:rPr lang="it-IT" dirty="0">
                <a:latin typeface="Didact Gothic" panose="00000500000000000000" pitchFamily="2" charset="0"/>
              </a:rPr>
              <a:t>:</a:t>
            </a:r>
            <a:endParaRPr lang="ro-RO" dirty="0">
              <a:latin typeface="Didact Gothic" panose="00000500000000000000" pitchFamily="2" charset="0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Didact Gothic" panose="00000500000000000000" pitchFamily="2" charset="0"/>
              </a:rPr>
              <a:t>Analiza </a:t>
            </a:r>
            <a:r>
              <a:rPr lang="en-US" b="1" dirty="0" err="1">
                <a:latin typeface="Didact Gothic" panose="00000500000000000000" pitchFamily="2" charset="0"/>
              </a:rPr>
              <a:t>Vocabularului</a:t>
            </a:r>
            <a:r>
              <a:rPr lang="en-US" b="1" dirty="0">
                <a:latin typeface="Didact Gothic" panose="00000500000000000000" pitchFamily="2" charset="0"/>
              </a:rPr>
              <a:t> Specific</a:t>
            </a:r>
            <a:endParaRPr lang="ro-RO" b="1" dirty="0">
              <a:latin typeface="Didact Gothic" panose="00000500000000000000" pitchFamily="2" charset="0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 err="1">
                <a:latin typeface="Didact Gothic" panose="00000500000000000000" pitchFamily="2" charset="0"/>
              </a:rPr>
              <a:t>Indicatori</a:t>
            </a:r>
            <a:r>
              <a:rPr lang="en-US" b="1" dirty="0">
                <a:latin typeface="Didact Gothic" panose="00000500000000000000" pitchFamily="2" charset="0"/>
              </a:rPr>
              <a:t> </a:t>
            </a:r>
            <a:r>
              <a:rPr lang="en-US" b="1" dirty="0" err="1">
                <a:latin typeface="Didact Gothic" panose="00000500000000000000" pitchFamily="2" charset="0"/>
              </a:rPr>
              <a:t>Financiari</a:t>
            </a:r>
            <a:r>
              <a:rPr lang="en-US" b="1" dirty="0">
                <a:latin typeface="Didact Gothic" panose="00000500000000000000" pitchFamily="2" charset="0"/>
              </a:rPr>
              <a:t> </a:t>
            </a:r>
            <a:r>
              <a:rPr lang="en-US" b="1" dirty="0" err="1">
                <a:latin typeface="Didact Gothic" panose="00000500000000000000" pitchFamily="2" charset="0"/>
              </a:rPr>
              <a:t>și</a:t>
            </a:r>
            <a:r>
              <a:rPr lang="en-US" b="1" dirty="0">
                <a:latin typeface="Didact Gothic" panose="00000500000000000000" pitchFamily="2" charset="0"/>
              </a:rPr>
              <a:t> </a:t>
            </a:r>
            <a:r>
              <a:rPr lang="en-US" b="1" dirty="0" err="1">
                <a:latin typeface="Didact Gothic" panose="00000500000000000000" pitchFamily="2" charset="0"/>
              </a:rPr>
              <a:t>Valutari</a:t>
            </a:r>
            <a:endParaRPr lang="ro-RO" b="1" dirty="0">
              <a:latin typeface="Didact Gothic" panose="00000500000000000000" pitchFamily="2" charset="0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 err="1">
                <a:latin typeface="Didact Gothic" panose="00000500000000000000" pitchFamily="2" charset="0"/>
              </a:rPr>
              <a:t>Semne</a:t>
            </a:r>
            <a:r>
              <a:rPr lang="en-US" b="1" dirty="0">
                <a:latin typeface="Didact Gothic" panose="00000500000000000000" pitchFamily="2" charset="0"/>
              </a:rPr>
              <a:t> de </a:t>
            </a:r>
            <a:r>
              <a:rPr lang="en-US" b="1" dirty="0" err="1">
                <a:latin typeface="Didact Gothic" panose="00000500000000000000" pitchFamily="2" charset="0"/>
              </a:rPr>
              <a:t>Punctuație</a:t>
            </a:r>
            <a:r>
              <a:rPr lang="en-US" b="1" dirty="0">
                <a:latin typeface="Didact Gothic" panose="00000500000000000000" pitchFamily="2" charset="0"/>
              </a:rPr>
              <a:t> </a:t>
            </a:r>
            <a:r>
              <a:rPr lang="en-US" b="1" dirty="0" err="1">
                <a:latin typeface="Didact Gothic" panose="00000500000000000000" pitchFamily="2" charset="0"/>
              </a:rPr>
              <a:t>și</a:t>
            </a:r>
            <a:r>
              <a:rPr lang="en-US" b="1" dirty="0">
                <a:latin typeface="Didact Gothic" panose="00000500000000000000" pitchFamily="2" charset="0"/>
              </a:rPr>
              <a:t> </a:t>
            </a:r>
            <a:r>
              <a:rPr lang="en-US" b="1" dirty="0" err="1">
                <a:latin typeface="Didact Gothic" panose="00000500000000000000" pitchFamily="2" charset="0"/>
              </a:rPr>
              <a:t>Simboluri</a:t>
            </a:r>
            <a:endParaRPr lang="ro-RO" b="1" dirty="0">
              <a:latin typeface="Didact Gothic" panose="00000500000000000000" pitchFamily="2" charset="0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Didact Gothic" panose="00000500000000000000" pitchFamily="2" charset="0"/>
              </a:rPr>
              <a:t>Pattern-</a:t>
            </a:r>
            <a:r>
              <a:rPr lang="en-US" b="1" dirty="0" err="1">
                <a:latin typeface="Didact Gothic" panose="00000500000000000000" pitchFamily="2" charset="0"/>
              </a:rPr>
              <a:t>uri</a:t>
            </a:r>
            <a:r>
              <a:rPr lang="en-US" b="1" dirty="0">
                <a:latin typeface="Didact Gothic" panose="00000500000000000000" pitchFamily="2" charset="0"/>
              </a:rPr>
              <a:t> </a:t>
            </a:r>
            <a:r>
              <a:rPr lang="en-US" b="1" dirty="0" err="1">
                <a:latin typeface="Didact Gothic" panose="00000500000000000000" pitchFamily="2" charset="0"/>
              </a:rPr>
              <a:t>Tehnice</a:t>
            </a:r>
            <a:r>
              <a:rPr lang="en-US" b="1" dirty="0">
                <a:latin typeface="Didact Gothic" panose="00000500000000000000" pitchFamily="2" charset="0"/>
              </a:rPr>
              <a:t> (Regex)</a:t>
            </a:r>
            <a:endParaRPr lang="ro-RO" b="1" dirty="0">
              <a:latin typeface="Didact Gothic" panose="00000500000000000000" pitchFamily="2" charset="0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Didact Gothic" panose="00000500000000000000" pitchFamily="2" charset="0"/>
              </a:rPr>
              <a:t>Analiza </a:t>
            </a:r>
            <a:r>
              <a:rPr lang="en-US" b="1" dirty="0" err="1">
                <a:latin typeface="Didact Gothic" panose="00000500000000000000" pitchFamily="2" charset="0"/>
              </a:rPr>
              <a:t>Structurală</a:t>
            </a:r>
            <a:r>
              <a:rPr lang="en-US" b="1" dirty="0">
                <a:latin typeface="Didact Gothic" panose="00000500000000000000" pitchFamily="2" charset="0"/>
              </a:rPr>
              <a:t> a </a:t>
            </a:r>
            <a:r>
              <a:rPr lang="en-US" b="1" dirty="0" err="1">
                <a:latin typeface="Didact Gothic" panose="00000500000000000000" pitchFamily="2" charset="0"/>
              </a:rPr>
              <a:t>Textului</a:t>
            </a:r>
            <a:r>
              <a:rPr lang="ro-RO" b="1" dirty="0">
                <a:latin typeface="Didact Gothic" panose="00000500000000000000" pitchFamily="2" charset="0"/>
              </a:rPr>
              <a:t> </a:t>
            </a:r>
            <a:r>
              <a:rPr lang="ro-RO" dirty="0">
                <a:latin typeface="Didact Gothic" panose="00000500000000000000" pitchFamily="2" charset="0"/>
              </a:rPr>
              <a:t>(</a:t>
            </a:r>
            <a:r>
              <a:rPr lang="en-US" dirty="0">
                <a:latin typeface="Didact Gothic" panose="00000500000000000000" pitchFamily="2" charset="0"/>
              </a:rPr>
              <a:t>Majuscule</a:t>
            </a:r>
            <a:r>
              <a:rPr lang="ro-RO" dirty="0">
                <a:latin typeface="Didact Gothic" panose="00000500000000000000" pitchFamily="2" charset="0"/>
              </a:rPr>
              <a:t>, </a:t>
            </a:r>
            <a:r>
              <a:rPr lang="en-US" dirty="0" err="1">
                <a:latin typeface="Didact Gothic" panose="00000500000000000000" pitchFamily="2" charset="0"/>
              </a:rPr>
              <a:t>Lungimea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dirty="0" err="1">
                <a:latin typeface="Didact Gothic" panose="00000500000000000000" pitchFamily="2" charset="0"/>
              </a:rPr>
              <a:t>Mesajului</a:t>
            </a:r>
            <a:r>
              <a:rPr lang="ro-RO" dirty="0">
                <a:latin typeface="Didact Gothic" panose="00000500000000000000" pitchFamily="2" charset="0"/>
              </a:rPr>
              <a:t>, </a:t>
            </a:r>
            <a:r>
              <a:rPr lang="en-US" dirty="0" err="1">
                <a:latin typeface="Didact Gothic" panose="00000500000000000000" pitchFamily="2" charset="0"/>
              </a:rPr>
              <a:t>Volumul</a:t>
            </a:r>
            <a:r>
              <a:rPr lang="en-US" dirty="0">
                <a:latin typeface="Didact Gothic" panose="00000500000000000000" pitchFamily="2" charset="0"/>
              </a:rPr>
              <a:t> de </a:t>
            </a:r>
            <a:r>
              <a:rPr lang="en-US" dirty="0" err="1">
                <a:latin typeface="Didact Gothic" panose="00000500000000000000" pitchFamily="2" charset="0"/>
              </a:rPr>
              <a:t>Cuvinte</a:t>
            </a:r>
            <a:r>
              <a:rPr lang="ro-RO" dirty="0">
                <a:latin typeface="Didact Gothic" panose="00000500000000000000" pitchFamily="2" charset="0"/>
              </a:rPr>
              <a:t>, </a:t>
            </a:r>
            <a:r>
              <a:rPr lang="en-US" dirty="0">
                <a:latin typeface="Didact Gothic" panose="00000500000000000000" pitchFamily="2" charset="0"/>
              </a:rPr>
              <a:t>Media </a:t>
            </a:r>
            <a:r>
              <a:rPr lang="en-US" dirty="0" err="1">
                <a:latin typeface="Didact Gothic" panose="00000500000000000000" pitchFamily="2" charset="0"/>
              </a:rPr>
              <a:t>Lungimii</a:t>
            </a:r>
            <a:r>
              <a:rPr lang="en-US" dirty="0">
                <a:latin typeface="Didact Gothic" panose="00000500000000000000" pitchFamily="2" charset="0"/>
              </a:rPr>
              <a:t> </a:t>
            </a:r>
            <a:r>
              <a:rPr lang="en-US" dirty="0" err="1">
                <a:latin typeface="Didact Gothic" panose="00000500000000000000" pitchFamily="2" charset="0"/>
              </a:rPr>
              <a:t>Cuvintelor</a:t>
            </a:r>
            <a:r>
              <a:rPr lang="ro-RO" dirty="0">
                <a:latin typeface="Didact Gothic" panose="00000500000000000000" pitchFamily="2" charset="0"/>
              </a:rPr>
              <a:t>)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ro-RO" dirty="0">
              <a:latin typeface="Didact Gothic" panose="00000500000000000000" pitchFamily="2" charset="0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dirty="0">
              <a:solidFill>
                <a:schemeClr val="dk1"/>
              </a:solidFill>
              <a:latin typeface="Didact Gothic" panose="00000500000000000000" pitchFamily="2" charset="0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3" name="Google Shape;1604;p71">
            <a:extLst>
              <a:ext uri="{FF2B5EF4-FFF2-40B4-BE49-F238E27FC236}">
                <a16:creationId xmlns:a16="http://schemas.microsoft.com/office/drawing/2014/main" id="{38EFC481-5572-2457-33A6-CDD3BDC80297}"/>
              </a:ext>
            </a:extLst>
          </p:cNvPr>
          <p:cNvSpPr/>
          <p:nvPr/>
        </p:nvSpPr>
        <p:spPr>
          <a:xfrm>
            <a:off x="20058" y="4023762"/>
            <a:ext cx="699942" cy="700775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758;p71">
            <a:extLst>
              <a:ext uri="{FF2B5EF4-FFF2-40B4-BE49-F238E27FC236}">
                <a16:creationId xmlns:a16="http://schemas.microsoft.com/office/drawing/2014/main" id="{2DC9F853-403C-3029-B048-B3155BCCF47D}"/>
              </a:ext>
            </a:extLst>
          </p:cNvPr>
          <p:cNvGrpSpPr/>
          <p:nvPr/>
        </p:nvGrpSpPr>
        <p:grpSpPr>
          <a:xfrm>
            <a:off x="188112" y="4206715"/>
            <a:ext cx="367677" cy="279320"/>
            <a:chOff x="2973862" y="3064624"/>
            <a:chExt cx="314863" cy="238913"/>
          </a:xfrm>
        </p:grpSpPr>
        <p:sp>
          <p:nvSpPr>
            <p:cNvPr id="15" name="Google Shape;1759;p71">
              <a:extLst>
                <a:ext uri="{FF2B5EF4-FFF2-40B4-BE49-F238E27FC236}">
                  <a16:creationId xmlns:a16="http://schemas.microsoft.com/office/drawing/2014/main" id="{92F9AEA2-736F-1B1B-9164-7CDE15A2E66D}"/>
                </a:ext>
              </a:extLst>
            </p:cNvPr>
            <p:cNvSpPr/>
            <p:nvPr/>
          </p:nvSpPr>
          <p:spPr>
            <a:xfrm>
              <a:off x="2973862" y="3064624"/>
              <a:ext cx="314863" cy="238913"/>
            </a:xfrm>
            <a:custGeom>
              <a:avLst/>
              <a:gdLst/>
              <a:ahLst/>
              <a:cxnLst/>
              <a:rect l="l" t="t" r="r" b="b"/>
              <a:pathLst>
                <a:path w="9394" h="7128" extrusionOk="0">
                  <a:moveTo>
                    <a:pt x="8243" y="549"/>
                  </a:moveTo>
                  <a:lnTo>
                    <a:pt x="8243" y="5269"/>
                  </a:lnTo>
                  <a:lnTo>
                    <a:pt x="5290" y="5269"/>
                  </a:lnTo>
                  <a:lnTo>
                    <a:pt x="5290" y="5647"/>
                  </a:lnTo>
                  <a:lnTo>
                    <a:pt x="4106" y="5647"/>
                  </a:lnTo>
                  <a:lnTo>
                    <a:pt x="4106" y="5269"/>
                  </a:lnTo>
                  <a:lnTo>
                    <a:pt x="1153" y="5269"/>
                  </a:lnTo>
                  <a:lnTo>
                    <a:pt x="1153" y="549"/>
                  </a:lnTo>
                  <a:close/>
                  <a:moveTo>
                    <a:pt x="8845" y="5820"/>
                  </a:moveTo>
                  <a:lnTo>
                    <a:pt x="8845" y="6576"/>
                  </a:lnTo>
                  <a:lnTo>
                    <a:pt x="551" y="6576"/>
                  </a:lnTo>
                  <a:lnTo>
                    <a:pt x="551" y="5820"/>
                  </a:lnTo>
                  <a:lnTo>
                    <a:pt x="3555" y="5820"/>
                  </a:lnTo>
                  <a:lnTo>
                    <a:pt x="3555" y="6197"/>
                  </a:lnTo>
                  <a:lnTo>
                    <a:pt x="3555" y="6219"/>
                  </a:lnTo>
                  <a:lnTo>
                    <a:pt x="5840" y="6219"/>
                  </a:lnTo>
                  <a:lnTo>
                    <a:pt x="5840" y="6197"/>
                  </a:lnTo>
                  <a:lnTo>
                    <a:pt x="5840" y="5820"/>
                  </a:lnTo>
                  <a:close/>
                  <a:moveTo>
                    <a:pt x="601" y="0"/>
                  </a:moveTo>
                  <a:lnTo>
                    <a:pt x="601" y="5271"/>
                  </a:lnTo>
                  <a:lnTo>
                    <a:pt x="1" y="5271"/>
                  </a:lnTo>
                  <a:lnTo>
                    <a:pt x="1" y="7127"/>
                  </a:lnTo>
                  <a:lnTo>
                    <a:pt x="9394" y="7127"/>
                  </a:lnTo>
                  <a:lnTo>
                    <a:pt x="9394" y="5271"/>
                  </a:lnTo>
                  <a:lnTo>
                    <a:pt x="8793" y="5271"/>
                  </a:lnTo>
                  <a:lnTo>
                    <a:pt x="87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60;p71">
              <a:extLst>
                <a:ext uri="{FF2B5EF4-FFF2-40B4-BE49-F238E27FC236}">
                  <a16:creationId xmlns:a16="http://schemas.microsoft.com/office/drawing/2014/main" id="{FA302205-5390-6D3D-3BB7-D074A5FE5D2C}"/>
                </a:ext>
              </a:extLst>
            </p:cNvPr>
            <p:cNvSpPr/>
            <p:nvPr/>
          </p:nvSpPr>
          <p:spPr>
            <a:xfrm>
              <a:off x="3043276" y="3102599"/>
              <a:ext cx="176034" cy="120194"/>
            </a:xfrm>
            <a:custGeom>
              <a:avLst/>
              <a:gdLst/>
              <a:ahLst/>
              <a:cxnLst/>
              <a:rect l="l" t="t" r="r" b="b"/>
              <a:pathLst>
                <a:path w="5252" h="3586" extrusionOk="0">
                  <a:moveTo>
                    <a:pt x="4221" y="551"/>
                  </a:moveTo>
                  <a:lnTo>
                    <a:pt x="2626" y="1861"/>
                  </a:lnTo>
                  <a:lnTo>
                    <a:pt x="1029" y="551"/>
                  </a:lnTo>
                  <a:close/>
                  <a:moveTo>
                    <a:pt x="551" y="869"/>
                  </a:moveTo>
                  <a:lnTo>
                    <a:pt x="1768" y="1867"/>
                  </a:lnTo>
                  <a:lnTo>
                    <a:pt x="551" y="2764"/>
                  </a:lnTo>
                  <a:lnTo>
                    <a:pt x="551" y="869"/>
                  </a:lnTo>
                  <a:close/>
                  <a:moveTo>
                    <a:pt x="4701" y="871"/>
                  </a:moveTo>
                  <a:lnTo>
                    <a:pt x="4701" y="2766"/>
                  </a:lnTo>
                  <a:lnTo>
                    <a:pt x="3485" y="1869"/>
                  </a:lnTo>
                  <a:lnTo>
                    <a:pt x="4701" y="871"/>
                  </a:lnTo>
                  <a:close/>
                  <a:moveTo>
                    <a:pt x="3046" y="2228"/>
                  </a:moveTo>
                  <a:lnTo>
                    <a:pt x="4139" y="3036"/>
                  </a:lnTo>
                  <a:lnTo>
                    <a:pt x="1113" y="3036"/>
                  </a:lnTo>
                  <a:lnTo>
                    <a:pt x="2206" y="2228"/>
                  </a:lnTo>
                  <a:lnTo>
                    <a:pt x="2626" y="2573"/>
                  </a:lnTo>
                  <a:lnTo>
                    <a:pt x="3046" y="2228"/>
                  </a:lnTo>
                  <a:close/>
                  <a:moveTo>
                    <a:pt x="0" y="0"/>
                  </a:moveTo>
                  <a:lnTo>
                    <a:pt x="0" y="3586"/>
                  </a:lnTo>
                  <a:lnTo>
                    <a:pt x="5252" y="3586"/>
                  </a:lnTo>
                  <a:lnTo>
                    <a:pt x="5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0" name="Google Shape;1040;p52"/>
          <p:cNvCxnSpPr>
            <a:cxnSpLocks/>
          </p:cNvCxnSpPr>
          <p:nvPr/>
        </p:nvCxnSpPr>
        <p:spPr>
          <a:xfrm rot="-5400000" flipH="1">
            <a:off x="4549791" y="332296"/>
            <a:ext cx="387000" cy="4846320"/>
          </a:xfrm>
          <a:prstGeom prst="bentConnector3">
            <a:avLst>
              <a:gd name="adj1" fmla="val 5586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6" name="Google Shape;1046;p52"/>
          <p:cNvCxnSpPr>
            <a:cxnSpLocks/>
          </p:cNvCxnSpPr>
          <p:nvPr/>
        </p:nvCxnSpPr>
        <p:spPr>
          <a:xfrm>
            <a:off x="2320329" y="2633093"/>
            <a:ext cx="0" cy="38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DAE230-D1CE-3990-9243-E3AC0DF9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77" y="497603"/>
            <a:ext cx="3665578" cy="19938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629FBCB7-D40C-D8EE-0B07-33A421248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367" y="446841"/>
            <a:ext cx="3876478" cy="1993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D8B3FA-1EF5-5BF4-601D-10C6D7843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77" y="3095460"/>
            <a:ext cx="3649320" cy="1993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A584AC-1143-2064-0C79-CA16DBE57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5367" y="2990884"/>
            <a:ext cx="3877056" cy="20870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1" name="Google Shape;1046;p52">
            <a:extLst>
              <a:ext uri="{FF2B5EF4-FFF2-40B4-BE49-F238E27FC236}">
                <a16:creationId xmlns:a16="http://schemas.microsoft.com/office/drawing/2014/main" id="{ED1F9499-D100-3DDC-41DB-755C309C4809}"/>
              </a:ext>
            </a:extLst>
          </p:cNvPr>
          <p:cNvCxnSpPr>
            <a:cxnSpLocks/>
          </p:cNvCxnSpPr>
          <p:nvPr/>
        </p:nvCxnSpPr>
        <p:spPr>
          <a:xfrm>
            <a:off x="4342473" y="1702770"/>
            <a:ext cx="69355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62"/>
          <p:cNvSpPr txBox="1">
            <a:spLocks noGrp="1"/>
          </p:cNvSpPr>
          <p:nvPr>
            <p:ph type="title"/>
          </p:nvPr>
        </p:nvSpPr>
        <p:spPr>
          <a:xfrm>
            <a:off x="1145685" y="834824"/>
            <a:ext cx="7234989" cy="17686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</a:t>
            </a:r>
            <a:r>
              <a:rPr lang="ro-RO" dirty="0"/>
              <a:t>ă mulțumim pentru atenție!</a:t>
            </a:r>
            <a:endParaRPr dirty="0"/>
          </a:p>
        </p:txBody>
      </p:sp>
      <p:sp>
        <p:nvSpPr>
          <p:cNvPr id="1253" name="Google Shape;1253;p62"/>
          <p:cNvSpPr/>
          <p:nvPr/>
        </p:nvSpPr>
        <p:spPr>
          <a:xfrm flipH="1">
            <a:off x="0" y="2912900"/>
            <a:ext cx="9144000" cy="2230600"/>
          </a:xfrm>
          <a:prstGeom prst="flowChartManualInput">
            <a:avLst/>
          </a:prstGeom>
          <a:gradFill>
            <a:gsLst>
              <a:gs pos="0">
                <a:schemeClr val="accent1"/>
              </a:gs>
              <a:gs pos="5000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4" name="Google Shape;1254;p62"/>
          <p:cNvGrpSpPr/>
          <p:nvPr/>
        </p:nvGrpSpPr>
        <p:grpSpPr>
          <a:xfrm>
            <a:off x="4999680" y="3019175"/>
            <a:ext cx="3872507" cy="1883806"/>
            <a:chOff x="4999680" y="3019175"/>
            <a:chExt cx="3872507" cy="1883806"/>
          </a:xfrm>
        </p:grpSpPr>
        <p:grpSp>
          <p:nvGrpSpPr>
            <p:cNvPr id="1256" name="Google Shape;1256;p62"/>
            <p:cNvGrpSpPr/>
            <p:nvPr/>
          </p:nvGrpSpPr>
          <p:grpSpPr>
            <a:xfrm>
              <a:off x="6449350" y="3019175"/>
              <a:ext cx="1950476" cy="1860598"/>
              <a:chOff x="1790575" y="718700"/>
              <a:chExt cx="1950476" cy="1860598"/>
            </a:xfrm>
          </p:grpSpPr>
          <p:sp>
            <p:nvSpPr>
              <p:cNvPr id="1257" name="Google Shape;1257;p62"/>
              <p:cNvSpPr/>
              <p:nvPr/>
            </p:nvSpPr>
            <p:spPr>
              <a:xfrm>
                <a:off x="1809722" y="755246"/>
                <a:ext cx="1931329" cy="1824052"/>
              </a:xfrm>
              <a:custGeom>
                <a:avLst/>
                <a:gdLst/>
                <a:ahLst/>
                <a:cxnLst/>
                <a:rect l="l" t="t" r="r" b="b"/>
                <a:pathLst>
                  <a:path w="44180" h="41726" extrusionOk="0">
                    <a:moveTo>
                      <a:pt x="7374" y="0"/>
                    </a:moveTo>
                    <a:lnTo>
                      <a:pt x="5851" y="13471"/>
                    </a:lnTo>
                    <a:lnTo>
                      <a:pt x="2703" y="13116"/>
                    </a:lnTo>
                    <a:lnTo>
                      <a:pt x="1" y="37042"/>
                    </a:lnTo>
                    <a:lnTo>
                      <a:pt x="41479" y="41725"/>
                    </a:lnTo>
                    <a:lnTo>
                      <a:pt x="44180" y="17798"/>
                    </a:lnTo>
                    <a:lnTo>
                      <a:pt x="41111" y="17452"/>
                    </a:lnTo>
                    <a:lnTo>
                      <a:pt x="42630" y="4006"/>
                    </a:lnTo>
                    <a:lnTo>
                      <a:pt x="7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62"/>
              <p:cNvSpPr/>
              <p:nvPr/>
            </p:nvSpPr>
            <p:spPr>
              <a:xfrm>
                <a:off x="1790575" y="1292020"/>
                <a:ext cx="1931372" cy="1250599"/>
              </a:xfrm>
              <a:custGeom>
                <a:avLst/>
                <a:gdLst/>
                <a:ahLst/>
                <a:cxnLst/>
                <a:rect l="l" t="t" r="r" b="b"/>
                <a:pathLst>
                  <a:path w="44181" h="28608" extrusionOk="0">
                    <a:moveTo>
                      <a:pt x="2701" y="0"/>
                    </a:moveTo>
                    <a:lnTo>
                      <a:pt x="0" y="23926"/>
                    </a:lnTo>
                    <a:lnTo>
                      <a:pt x="41478" y="28608"/>
                    </a:lnTo>
                    <a:lnTo>
                      <a:pt x="44181" y="4682"/>
                    </a:lnTo>
                    <a:lnTo>
                      <a:pt x="27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62"/>
              <p:cNvSpPr/>
              <p:nvPr/>
            </p:nvSpPr>
            <p:spPr>
              <a:xfrm>
                <a:off x="1790575" y="1292020"/>
                <a:ext cx="960637" cy="1045881"/>
              </a:xfrm>
              <a:custGeom>
                <a:avLst/>
                <a:gdLst/>
                <a:ahLst/>
                <a:cxnLst/>
                <a:rect l="l" t="t" r="r" b="b"/>
                <a:pathLst>
                  <a:path w="21975" h="23925" extrusionOk="0">
                    <a:moveTo>
                      <a:pt x="2701" y="0"/>
                    </a:moveTo>
                    <a:lnTo>
                      <a:pt x="0" y="23924"/>
                    </a:lnTo>
                    <a:lnTo>
                      <a:pt x="21975" y="15332"/>
                    </a:lnTo>
                    <a:lnTo>
                      <a:pt x="270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39C4FF">
                      <a:alpha val="21176"/>
                    </a:srgbClr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62"/>
              <p:cNvSpPr/>
              <p:nvPr/>
            </p:nvSpPr>
            <p:spPr>
              <a:xfrm>
                <a:off x="2751166" y="1496737"/>
                <a:ext cx="970735" cy="1045969"/>
              </a:xfrm>
              <a:custGeom>
                <a:avLst/>
                <a:gdLst/>
                <a:ahLst/>
                <a:cxnLst/>
                <a:rect l="l" t="t" r="r" b="b"/>
                <a:pathLst>
                  <a:path w="22206" h="23927" extrusionOk="0">
                    <a:moveTo>
                      <a:pt x="22205" y="1"/>
                    </a:moveTo>
                    <a:lnTo>
                      <a:pt x="1" y="10649"/>
                    </a:lnTo>
                    <a:lnTo>
                      <a:pt x="19503" y="23926"/>
                    </a:lnTo>
                    <a:lnTo>
                      <a:pt x="222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4A77FF">
                      <a:alpha val="23137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62"/>
              <p:cNvSpPr/>
              <p:nvPr/>
            </p:nvSpPr>
            <p:spPr>
              <a:xfrm>
                <a:off x="1790575" y="1962256"/>
                <a:ext cx="1813167" cy="580448"/>
              </a:xfrm>
              <a:custGeom>
                <a:avLst/>
                <a:gdLst/>
                <a:ahLst/>
                <a:cxnLst/>
                <a:rect l="l" t="t" r="r" b="b"/>
                <a:pathLst>
                  <a:path w="41477" h="13278" extrusionOk="0">
                    <a:moveTo>
                      <a:pt x="21975" y="0"/>
                    </a:moveTo>
                    <a:lnTo>
                      <a:pt x="0" y="8592"/>
                    </a:lnTo>
                    <a:lnTo>
                      <a:pt x="41477" y="13277"/>
                    </a:lnTo>
                    <a:lnTo>
                      <a:pt x="2197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48CE6">
                      <a:alpha val="32941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62"/>
              <p:cNvSpPr/>
              <p:nvPr/>
            </p:nvSpPr>
            <p:spPr>
              <a:xfrm>
                <a:off x="2036340" y="718700"/>
                <a:ext cx="1617761" cy="1243561"/>
              </a:xfrm>
              <a:custGeom>
                <a:avLst/>
                <a:gdLst/>
                <a:ahLst/>
                <a:cxnLst/>
                <a:rect l="l" t="t" r="r" b="b"/>
                <a:pathLst>
                  <a:path w="37007" h="28447" extrusionOk="0">
                    <a:moveTo>
                      <a:pt x="1752" y="0"/>
                    </a:moveTo>
                    <a:lnTo>
                      <a:pt x="1" y="15488"/>
                    </a:lnTo>
                    <a:lnTo>
                      <a:pt x="16353" y="28447"/>
                    </a:lnTo>
                    <a:lnTo>
                      <a:pt x="35260" y="19472"/>
                    </a:lnTo>
                    <a:lnTo>
                      <a:pt x="37006" y="4004"/>
                    </a:lnTo>
                    <a:lnTo>
                      <a:pt x="17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62"/>
              <p:cNvSpPr/>
              <p:nvPr/>
            </p:nvSpPr>
            <p:spPr>
              <a:xfrm>
                <a:off x="1908649" y="1171804"/>
                <a:ext cx="153046" cy="135735"/>
              </a:xfrm>
              <a:custGeom>
                <a:avLst/>
                <a:gdLst/>
                <a:ahLst/>
                <a:cxnLst/>
                <a:rect l="l" t="t" r="r" b="b"/>
                <a:pathLst>
                  <a:path w="3501" h="3105" extrusionOk="0">
                    <a:moveTo>
                      <a:pt x="3500" y="1"/>
                    </a:moveTo>
                    <a:lnTo>
                      <a:pt x="0" y="2750"/>
                    </a:lnTo>
                    <a:lnTo>
                      <a:pt x="3150" y="3105"/>
                    </a:lnTo>
                    <a:lnTo>
                      <a:pt x="350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62"/>
              <p:cNvSpPr/>
              <p:nvPr/>
            </p:nvSpPr>
            <p:spPr>
              <a:xfrm>
                <a:off x="2250980" y="951263"/>
                <a:ext cx="1195212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1" h="4000" extrusionOk="0">
                    <a:moveTo>
                      <a:pt x="97" y="0"/>
                    </a:moveTo>
                    <a:lnTo>
                      <a:pt x="1" y="829"/>
                    </a:lnTo>
                    <a:lnTo>
                      <a:pt x="27244" y="4000"/>
                    </a:lnTo>
                    <a:lnTo>
                      <a:pt x="27340" y="317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62"/>
              <p:cNvSpPr/>
              <p:nvPr/>
            </p:nvSpPr>
            <p:spPr>
              <a:xfrm>
                <a:off x="2238696" y="1056834"/>
                <a:ext cx="1195168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0" h="4000" extrusionOk="0">
                    <a:moveTo>
                      <a:pt x="97" y="1"/>
                    </a:moveTo>
                    <a:lnTo>
                      <a:pt x="0" y="829"/>
                    </a:lnTo>
                    <a:lnTo>
                      <a:pt x="27244" y="4000"/>
                    </a:lnTo>
                    <a:lnTo>
                      <a:pt x="27340" y="3171"/>
                    </a:lnTo>
                    <a:lnTo>
                      <a:pt x="97" y="1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62"/>
              <p:cNvSpPr/>
              <p:nvPr/>
            </p:nvSpPr>
            <p:spPr>
              <a:xfrm>
                <a:off x="2226412" y="1162449"/>
                <a:ext cx="1195168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0" h="4000" extrusionOk="0">
                    <a:moveTo>
                      <a:pt x="96" y="0"/>
                    </a:moveTo>
                    <a:lnTo>
                      <a:pt x="0" y="829"/>
                    </a:lnTo>
                    <a:lnTo>
                      <a:pt x="27243" y="3999"/>
                    </a:lnTo>
                    <a:lnTo>
                      <a:pt x="27340" y="3171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62"/>
              <p:cNvSpPr/>
              <p:nvPr/>
            </p:nvSpPr>
            <p:spPr>
              <a:xfrm>
                <a:off x="2214085" y="1267933"/>
                <a:ext cx="1195256" cy="174904"/>
              </a:xfrm>
              <a:custGeom>
                <a:avLst/>
                <a:gdLst/>
                <a:ahLst/>
                <a:cxnLst/>
                <a:rect l="l" t="t" r="r" b="b"/>
                <a:pathLst>
                  <a:path w="27342" h="4001" extrusionOk="0">
                    <a:moveTo>
                      <a:pt x="98" y="1"/>
                    </a:moveTo>
                    <a:lnTo>
                      <a:pt x="1" y="830"/>
                    </a:lnTo>
                    <a:lnTo>
                      <a:pt x="27244" y="4000"/>
                    </a:lnTo>
                    <a:lnTo>
                      <a:pt x="27342" y="3171"/>
                    </a:lnTo>
                    <a:lnTo>
                      <a:pt x="98" y="1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62"/>
              <p:cNvSpPr/>
              <p:nvPr/>
            </p:nvSpPr>
            <p:spPr>
              <a:xfrm>
                <a:off x="2201845" y="1373548"/>
                <a:ext cx="1195212" cy="174860"/>
              </a:xfrm>
              <a:custGeom>
                <a:avLst/>
                <a:gdLst/>
                <a:ahLst/>
                <a:cxnLst/>
                <a:rect l="l" t="t" r="r" b="b"/>
                <a:pathLst>
                  <a:path w="27341" h="4000" extrusionOk="0">
                    <a:moveTo>
                      <a:pt x="97" y="0"/>
                    </a:moveTo>
                    <a:lnTo>
                      <a:pt x="1" y="829"/>
                    </a:lnTo>
                    <a:lnTo>
                      <a:pt x="27244" y="3999"/>
                    </a:lnTo>
                    <a:lnTo>
                      <a:pt x="27340" y="317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62"/>
              <p:cNvSpPr/>
              <p:nvPr/>
            </p:nvSpPr>
            <p:spPr>
              <a:xfrm>
                <a:off x="3587650" y="1333243"/>
                <a:ext cx="134249" cy="163538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741" extrusionOk="0">
                    <a:moveTo>
                      <a:pt x="384" y="0"/>
                    </a:moveTo>
                    <a:lnTo>
                      <a:pt x="0" y="3394"/>
                    </a:lnTo>
                    <a:lnTo>
                      <a:pt x="3070" y="37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0" name="Google Shape;1270;p62"/>
            <p:cNvGrpSpPr/>
            <p:nvPr/>
          </p:nvGrpSpPr>
          <p:grpSpPr>
            <a:xfrm>
              <a:off x="6139928" y="3419610"/>
              <a:ext cx="537891" cy="533107"/>
              <a:chOff x="5754378" y="3518898"/>
              <a:chExt cx="537891" cy="533107"/>
            </a:xfrm>
          </p:grpSpPr>
          <p:sp>
            <p:nvSpPr>
              <p:cNvPr id="1271" name="Google Shape;1271;p62"/>
              <p:cNvSpPr/>
              <p:nvPr/>
            </p:nvSpPr>
            <p:spPr>
              <a:xfrm>
                <a:off x="5775296" y="3534987"/>
                <a:ext cx="516974" cy="517017"/>
              </a:xfrm>
              <a:custGeom>
                <a:avLst/>
                <a:gdLst/>
                <a:ahLst/>
                <a:cxnLst/>
                <a:rect l="l" t="t" r="r" b="b"/>
                <a:pathLst>
                  <a:path w="11826" h="11827" extrusionOk="0">
                    <a:moveTo>
                      <a:pt x="5913" y="0"/>
                    </a:moveTo>
                    <a:cubicBezTo>
                      <a:pt x="2648" y="0"/>
                      <a:pt x="1" y="2647"/>
                      <a:pt x="1" y="5913"/>
                    </a:cubicBezTo>
                    <a:cubicBezTo>
                      <a:pt x="1" y="9179"/>
                      <a:pt x="2648" y="11826"/>
                      <a:pt x="5913" y="11826"/>
                    </a:cubicBezTo>
                    <a:cubicBezTo>
                      <a:pt x="9178" y="11826"/>
                      <a:pt x="11826" y="9179"/>
                      <a:pt x="11826" y="5913"/>
                    </a:cubicBezTo>
                    <a:cubicBezTo>
                      <a:pt x="11826" y="2647"/>
                      <a:pt x="9178" y="0"/>
                      <a:pt x="59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62"/>
              <p:cNvSpPr/>
              <p:nvPr/>
            </p:nvSpPr>
            <p:spPr>
              <a:xfrm>
                <a:off x="5754378" y="3518898"/>
                <a:ext cx="516974" cy="517017"/>
              </a:xfrm>
              <a:custGeom>
                <a:avLst/>
                <a:gdLst/>
                <a:ahLst/>
                <a:cxnLst/>
                <a:rect l="l" t="t" r="r" b="b"/>
                <a:pathLst>
                  <a:path w="11826" h="11827" extrusionOk="0">
                    <a:moveTo>
                      <a:pt x="5913" y="0"/>
                    </a:moveTo>
                    <a:cubicBezTo>
                      <a:pt x="2648" y="0"/>
                      <a:pt x="1" y="2647"/>
                      <a:pt x="1" y="5913"/>
                    </a:cubicBezTo>
                    <a:cubicBezTo>
                      <a:pt x="1" y="9179"/>
                      <a:pt x="2648" y="11826"/>
                      <a:pt x="5913" y="11826"/>
                    </a:cubicBezTo>
                    <a:cubicBezTo>
                      <a:pt x="9178" y="11826"/>
                      <a:pt x="11826" y="9179"/>
                      <a:pt x="11826" y="5913"/>
                    </a:cubicBezTo>
                    <a:cubicBezTo>
                      <a:pt x="11826" y="2647"/>
                      <a:pt x="9178" y="0"/>
                      <a:pt x="59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62"/>
              <p:cNvSpPr/>
              <p:nvPr/>
            </p:nvSpPr>
            <p:spPr>
              <a:xfrm>
                <a:off x="5903795" y="3670370"/>
                <a:ext cx="237241" cy="202051"/>
              </a:xfrm>
              <a:custGeom>
                <a:avLst/>
                <a:gdLst/>
                <a:ahLst/>
                <a:cxnLst/>
                <a:rect l="l" t="t" r="r" b="b"/>
                <a:pathLst>
                  <a:path w="5427" h="4622" extrusionOk="0">
                    <a:moveTo>
                      <a:pt x="4414" y="1"/>
                    </a:moveTo>
                    <a:cubicBezTo>
                      <a:pt x="4375" y="1"/>
                      <a:pt x="4336" y="16"/>
                      <a:pt x="4305" y="46"/>
                    </a:cubicBezTo>
                    <a:lnTo>
                      <a:pt x="1903" y="2448"/>
                    </a:lnTo>
                    <a:cubicBezTo>
                      <a:pt x="1872" y="2479"/>
                      <a:pt x="1833" y="2494"/>
                      <a:pt x="1794" y="2494"/>
                    </a:cubicBezTo>
                    <a:cubicBezTo>
                      <a:pt x="1754" y="2494"/>
                      <a:pt x="1714" y="2478"/>
                      <a:pt x="1684" y="2448"/>
                    </a:cubicBezTo>
                    <a:lnTo>
                      <a:pt x="1129" y="1885"/>
                    </a:lnTo>
                    <a:cubicBezTo>
                      <a:pt x="1098" y="1854"/>
                      <a:pt x="1058" y="1838"/>
                      <a:pt x="1018" y="1838"/>
                    </a:cubicBezTo>
                    <a:cubicBezTo>
                      <a:pt x="980" y="1838"/>
                      <a:pt x="941" y="1853"/>
                      <a:pt x="911" y="1882"/>
                    </a:cubicBezTo>
                    <a:lnTo>
                      <a:pt x="63" y="2719"/>
                    </a:lnTo>
                    <a:cubicBezTo>
                      <a:pt x="4" y="2779"/>
                      <a:pt x="1" y="2876"/>
                      <a:pt x="61" y="2937"/>
                    </a:cubicBezTo>
                    <a:lnTo>
                      <a:pt x="1676" y="4577"/>
                    </a:lnTo>
                    <a:cubicBezTo>
                      <a:pt x="1707" y="4607"/>
                      <a:pt x="1746" y="4622"/>
                      <a:pt x="1786" y="4622"/>
                    </a:cubicBezTo>
                    <a:cubicBezTo>
                      <a:pt x="1826" y="4622"/>
                      <a:pt x="1865" y="4607"/>
                      <a:pt x="1896" y="4577"/>
                    </a:cubicBezTo>
                    <a:lnTo>
                      <a:pt x="5366" y="1107"/>
                    </a:lnTo>
                    <a:cubicBezTo>
                      <a:pt x="5427" y="1046"/>
                      <a:pt x="5427" y="949"/>
                      <a:pt x="5366" y="889"/>
                    </a:cubicBezTo>
                    <a:lnTo>
                      <a:pt x="4523" y="46"/>
                    </a:lnTo>
                    <a:cubicBezTo>
                      <a:pt x="4493" y="16"/>
                      <a:pt x="4453" y="1"/>
                      <a:pt x="44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4" name="Google Shape;1274;p62"/>
            <p:cNvGrpSpPr/>
            <p:nvPr/>
          </p:nvGrpSpPr>
          <p:grpSpPr>
            <a:xfrm>
              <a:off x="8166087" y="4107142"/>
              <a:ext cx="405042" cy="366072"/>
              <a:chOff x="4895337" y="3503117"/>
              <a:chExt cx="405042" cy="366072"/>
            </a:xfrm>
          </p:grpSpPr>
          <p:sp>
            <p:nvSpPr>
              <p:cNvPr id="1275" name="Google Shape;1275;p62"/>
              <p:cNvSpPr/>
              <p:nvPr/>
            </p:nvSpPr>
            <p:spPr>
              <a:xfrm>
                <a:off x="4916255" y="3519206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62"/>
              <p:cNvSpPr/>
              <p:nvPr/>
            </p:nvSpPr>
            <p:spPr>
              <a:xfrm>
                <a:off x="4895337" y="3503117"/>
                <a:ext cx="384124" cy="349982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8006" extrusionOk="0">
                    <a:moveTo>
                      <a:pt x="4395" y="1"/>
                    </a:moveTo>
                    <a:cubicBezTo>
                      <a:pt x="3370" y="1"/>
                      <a:pt x="2346" y="392"/>
                      <a:pt x="1565" y="1173"/>
                    </a:cubicBezTo>
                    <a:cubicBezTo>
                      <a:pt x="1" y="2737"/>
                      <a:pt x="1" y="5270"/>
                      <a:pt x="1565" y="6834"/>
                    </a:cubicBezTo>
                    <a:cubicBezTo>
                      <a:pt x="2346" y="7615"/>
                      <a:pt x="3370" y="8006"/>
                      <a:pt x="4395" y="8006"/>
                    </a:cubicBezTo>
                    <a:cubicBezTo>
                      <a:pt x="5419" y="8006"/>
                      <a:pt x="6443" y="7615"/>
                      <a:pt x="7224" y="6834"/>
                    </a:cubicBezTo>
                    <a:cubicBezTo>
                      <a:pt x="8787" y="5270"/>
                      <a:pt x="8787" y="2737"/>
                      <a:pt x="7224" y="1173"/>
                    </a:cubicBezTo>
                    <a:cubicBezTo>
                      <a:pt x="6443" y="392"/>
                      <a:pt x="5419" y="1"/>
                      <a:pt x="43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62"/>
              <p:cNvSpPr/>
              <p:nvPr/>
            </p:nvSpPr>
            <p:spPr>
              <a:xfrm>
                <a:off x="4999946" y="3593432"/>
                <a:ext cx="180237" cy="180849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4137" extrusionOk="0">
                    <a:moveTo>
                      <a:pt x="2062" y="1"/>
                    </a:moveTo>
                    <a:cubicBezTo>
                      <a:pt x="1996" y="1"/>
                      <a:pt x="1931" y="26"/>
                      <a:pt x="1880" y="74"/>
                    </a:cubicBezTo>
                    <a:cubicBezTo>
                      <a:pt x="1630" y="307"/>
                      <a:pt x="1116" y="661"/>
                      <a:pt x="268" y="675"/>
                    </a:cubicBezTo>
                    <a:cubicBezTo>
                      <a:pt x="121" y="677"/>
                      <a:pt x="1" y="795"/>
                      <a:pt x="2" y="944"/>
                    </a:cubicBezTo>
                    <a:cubicBezTo>
                      <a:pt x="9" y="1637"/>
                      <a:pt x="203" y="3448"/>
                      <a:pt x="1965" y="4120"/>
                    </a:cubicBezTo>
                    <a:cubicBezTo>
                      <a:pt x="1996" y="4133"/>
                      <a:pt x="2028" y="4137"/>
                      <a:pt x="2062" y="4137"/>
                    </a:cubicBezTo>
                    <a:cubicBezTo>
                      <a:pt x="2078" y="4137"/>
                      <a:pt x="2095" y="4135"/>
                      <a:pt x="2112" y="4133"/>
                    </a:cubicBezTo>
                    <a:cubicBezTo>
                      <a:pt x="2127" y="4128"/>
                      <a:pt x="2143" y="4126"/>
                      <a:pt x="2159" y="4119"/>
                    </a:cubicBezTo>
                    <a:cubicBezTo>
                      <a:pt x="2381" y="4034"/>
                      <a:pt x="2574" y="3932"/>
                      <a:pt x="2750" y="3817"/>
                    </a:cubicBezTo>
                    <a:cubicBezTo>
                      <a:pt x="2966" y="3674"/>
                      <a:pt x="3150" y="3508"/>
                      <a:pt x="3304" y="3331"/>
                    </a:cubicBezTo>
                    <a:cubicBezTo>
                      <a:pt x="3334" y="3295"/>
                      <a:pt x="3365" y="3260"/>
                      <a:pt x="3393" y="3223"/>
                    </a:cubicBezTo>
                    <a:cubicBezTo>
                      <a:pt x="3564" y="3006"/>
                      <a:pt x="3697" y="2771"/>
                      <a:pt x="3798" y="2538"/>
                    </a:cubicBezTo>
                    <a:cubicBezTo>
                      <a:pt x="3832" y="2460"/>
                      <a:pt x="3861" y="2382"/>
                      <a:pt x="3888" y="2304"/>
                    </a:cubicBezTo>
                    <a:cubicBezTo>
                      <a:pt x="3955" y="2110"/>
                      <a:pt x="4004" y="1921"/>
                      <a:pt x="4038" y="1743"/>
                    </a:cubicBezTo>
                    <a:cubicBezTo>
                      <a:pt x="4100" y="1420"/>
                      <a:pt x="4117" y="1138"/>
                      <a:pt x="4119" y="944"/>
                    </a:cubicBezTo>
                    <a:cubicBezTo>
                      <a:pt x="4123" y="794"/>
                      <a:pt x="4004" y="675"/>
                      <a:pt x="3856" y="672"/>
                    </a:cubicBezTo>
                    <a:cubicBezTo>
                      <a:pt x="3749" y="671"/>
                      <a:pt x="3649" y="664"/>
                      <a:pt x="3553" y="654"/>
                    </a:cubicBezTo>
                    <a:cubicBezTo>
                      <a:pt x="3458" y="643"/>
                      <a:pt x="3368" y="627"/>
                      <a:pt x="3281" y="607"/>
                    </a:cubicBezTo>
                    <a:cubicBezTo>
                      <a:pt x="3153" y="579"/>
                      <a:pt x="3035" y="542"/>
                      <a:pt x="2928" y="500"/>
                    </a:cubicBezTo>
                    <a:cubicBezTo>
                      <a:pt x="2608" y="374"/>
                      <a:pt x="2383" y="204"/>
                      <a:pt x="2243" y="74"/>
                    </a:cubicBezTo>
                    <a:cubicBezTo>
                      <a:pt x="2232" y="61"/>
                      <a:pt x="2218" y="50"/>
                      <a:pt x="2204" y="42"/>
                    </a:cubicBezTo>
                    <a:cubicBezTo>
                      <a:pt x="2174" y="25"/>
                      <a:pt x="2143" y="12"/>
                      <a:pt x="2112" y="6"/>
                    </a:cubicBezTo>
                    <a:cubicBezTo>
                      <a:pt x="2095" y="3"/>
                      <a:pt x="2079" y="1"/>
                      <a:pt x="20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78" name="Google Shape;1278;p62"/>
            <p:cNvSpPr/>
            <p:nvPr/>
          </p:nvSpPr>
          <p:spPr>
            <a:xfrm>
              <a:off x="4999680" y="4741282"/>
              <a:ext cx="77113" cy="77113"/>
            </a:xfrm>
            <a:custGeom>
              <a:avLst/>
              <a:gdLst/>
              <a:ahLst/>
              <a:cxnLst/>
              <a:rect l="l" t="t" r="r" b="b"/>
              <a:pathLst>
                <a:path w="1764" h="1764" extrusionOk="0">
                  <a:moveTo>
                    <a:pt x="883" y="0"/>
                  </a:moveTo>
                  <a:cubicBezTo>
                    <a:pt x="395" y="0"/>
                    <a:pt x="0" y="395"/>
                    <a:pt x="0" y="883"/>
                  </a:cubicBezTo>
                  <a:cubicBezTo>
                    <a:pt x="0" y="1369"/>
                    <a:pt x="395" y="1764"/>
                    <a:pt x="883" y="1764"/>
                  </a:cubicBezTo>
                  <a:cubicBezTo>
                    <a:pt x="1369" y="1764"/>
                    <a:pt x="1764" y="1369"/>
                    <a:pt x="1764" y="883"/>
                  </a:cubicBezTo>
                  <a:cubicBezTo>
                    <a:pt x="1764" y="395"/>
                    <a:pt x="1369" y="0"/>
                    <a:pt x="883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62"/>
            <p:cNvSpPr/>
            <p:nvPr/>
          </p:nvSpPr>
          <p:spPr>
            <a:xfrm>
              <a:off x="5166741" y="3875902"/>
              <a:ext cx="28896" cy="28983"/>
            </a:xfrm>
            <a:custGeom>
              <a:avLst/>
              <a:gdLst/>
              <a:ahLst/>
              <a:cxnLst/>
              <a:rect l="l" t="t" r="r" b="b"/>
              <a:pathLst>
                <a:path w="661" h="663" extrusionOk="0">
                  <a:moveTo>
                    <a:pt x="331" y="0"/>
                  </a:moveTo>
                  <a:cubicBezTo>
                    <a:pt x="147" y="0"/>
                    <a:pt x="0" y="149"/>
                    <a:pt x="0" y="331"/>
                  </a:cubicBezTo>
                  <a:cubicBezTo>
                    <a:pt x="0" y="514"/>
                    <a:pt x="147" y="662"/>
                    <a:pt x="331" y="662"/>
                  </a:cubicBezTo>
                  <a:cubicBezTo>
                    <a:pt x="513" y="662"/>
                    <a:pt x="660" y="514"/>
                    <a:pt x="660" y="331"/>
                  </a:cubicBezTo>
                  <a:cubicBezTo>
                    <a:pt x="660" y="149"/>
                    <a:pt x="513" y="0"/>
                    <a:pt x="331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62"/>
            <p:cNvSpPr/>
            <p:nvPr/>
          </p:nvSpPr>
          <p:spPr>
            <a:xfrm>
              <a:off x="8645257" y="4350455"/>
              <a:ext cx="53070" cy="53026"/>
            </a:xfrm>
            <a:custGeom>
              <a:avLst/>
              <a:gdLst/>
              <a:ahLst/>
              <a:cxnLst/>
              <a:rect l="l" t="t" r="r" b="b"/>
              <a:pathLst>
                <a:path w="1214" h="1213" extrusionOk="0">
                  <a:moveTo>
                    <a:pt x="607" y="1"/>
                  </a:moveTo>
                  <a:cubicBezTo>
                    <a:pt x="272" y="1"/>
                    <a:pt x="1" y="272"/>
                    <a:pt x="1" y="607"/>
                  </a:cubicBezTo>
                  <a:cubicBezTo>
                    <a:pt x="1" y="943"/>
                    <a:pt x="272" y="1213"/>
                    <a:pt x="607" y="1213"/>
                  </a:cubicBezTo>
                  <a:cubicBezTo>
                    <a:pt x="942" y="1213"/>
                    <a:pt x="1214" y="943"/>
                    <a:pt x="1214" y="607"/>
                  </a:cubicBezTo>
                  <a:cubicBezTo>
                    <a:pt x="1214" y="272"/>
                    <a:pt x="942" y="1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62"/>
            <p:cNvSpPr/>
            <p:nvPr/>
          </p:nvSpPr>
          <p:spPr>
            <a:xfrm>
              <a:off x="5614716" y="3825377"/>
              <a:ext cx="28896" cy="28983"/>
            </a:xfrm>
            <a:custGeom>
              <a:avLst/>
              <a:gdLst/>
              <a:ahLst/>
              <a:cxnLst/>
              <a:rect l="l" t="t" r="r" b="b"/>
              <a:pathLst>
                <a:path w="661" h="663" extrusionOk="0">
                  <a:moveTo>
                    <a:pt x="331" y="0"/>
                  </a:moveTo>
                  <a:cubicBezTo>
                    <a:pt x="147" y="0"/>
                    <a:pt x="0" y="149"/>
                    <a:pt x="0" y="331"/>
                  </a:cubicBezTo>
                  <a:cubicBezTo>
                    <a:pt x="0" y="514"/>
                    <a:pt x="147" y="662"/>
                    <a:pt x="331" y="662"/>
                  </a:cubicBezTo>
                  <a:cubicBezTo>
                    <a:pt x="513" y="662"/>
                    <a:pt x="660" y="514"/>
                    <a:pt x="660" y="331"/>
                  </a:cubicBezTo>
                  <a:cubicBezTo>
                    <a:pt x="660" y="149"/>
                    <a:pt x="513" y="0"/>
                    <a:pt x="331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62"/>
            <p:cNvSpPr/>
            <p:nvPr/>
          </p:nvSpPr>
          <p:spPr>
            <a:xfrm>
              <a:off x="6449357" y="4849955"/>
              <a:ext cx="53070" cy="53026"/>
            </a:xfrm>
            <a:custGeom>
              <a:avLst/>
              <a:gdLst/>
              <a:ahLst/>
              <a:cxnLst/>
              <a:rect l="l" t="t" r="r" b="b"/>
              <a:pathLst>
                <a:path w="1214" h="1213" extrusionOk="0">
                  <a:moveTo>
                    <a:pt x="607" y="1"/>
                  </a:moveTo>
                  <a:cubicBezTo>
                    <a:pt x="272" y="1"/>
                    <a:pt x="1" y="272"/>
                    <a:pt x="1" y="607"/>
                  </a:cubicBezTo>
                  <a:cubicBezTo>
                    <a:pt x="1" y="943"/>
                    <a:pt x="272" y="1213"/>
                    <a:pt x="607" y="1213"/>
                  </a:cubicBezTo>
                  <a:cubicBezTo>
                    <a:pt x="942" y="1213"/>
                    <a:pt x="1214" y="943"/>
                    <a:pt x="1214" y="607"/>
                  </a:cubicBezTo>
                  <a:cubicBezTo>
                    <a:pt x="1214" y="272"/>
                    <a:pt x="942" y="1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62"/>
            <p:cNvSpPr/>
            <p:nvPr/>
          </p:nvSpPr>
          <p:spPr>
            <a:xfrm>
              <a:off x="5852632" y="3659655"/>
              <a:ext cx="53070" cy="53026"/>
            </a:xfrm>
            <a:custGeom>
              <a:avLst/>
              <a:gdLst/>
              <a:ahLst/>
              <a:cxnLst/>
              <a:rect l="l" t="t" r="r" b="b"/>
              <a:pathLst>
                <a:path w="1214" h="1213" extrusionOk="0">
                  <a:moveTo>
                    <a:pt x="607" y="1"/>
                  </a:moveTo>
                  <a:cubicBezTo>
                    <a:pt x="272" y="1"/>
                    <a:pt x="1" y="272"/>
                    <a:pt x="1" y="607"/>
                  </a:cubicBezTo>
                  <a:cubicBezTo>
                    <a:pt x="1" y="943"/>
                    <a:pt x="272" y="1213"/>
                    <a:pt x="607" y="1213"/>
                  </a:cubicBezTo>
                  <a:cubicBezTo>
                    <a:pt x="942" y="1213"/>
                    <a:pt x="1214" y="943"/>
                    <a:pt x="1214" y="607"/>
                  </a:cubicBezTo>
                  <a:cubicBezTo>
                    <a:pt x="1214" y="272"/>
                    <a:pt x="942" y="1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62"/>
            <p:cNvSpPr/>
            <p:nvPr/>
          </p:nvSpPr>
          <p:spPr>
            <a:xfrm>
              <a:off x="8843291" y="4013715"/>
              <a:ext cx="28896" cy="28983"/>
            </a:xfrm>
            <a:custGeom>
              <a:avLst/>
              <a:gdLst/>
              <a:ahLst/>
              <a:cxnLst/>
              <a:rect l="l" t="t" r="r" b="b"/>
              <a:pathLst>
                <a:path w="661" h="663" extrusionOk="0">
                  <a:moveTo>
                    <a:pt x="331" y="0"/>
                  </a:moveTo>
                  <a:cubicBezTo>
                    <a:pt x="147" y="0"/>
                    <a:pt x="0" y="149"/>
                    <a:pt x="0" y="331"/>
                  </a:cubicBezTo>
                  <a:cubicBezTo>
                    <a:pt x="0" y="514"/>
                    <a:pt x="147" y="662"/>
                    <a:pt x="331" y="662"/>
                  </a:cubicBezTo>
                  <a:cubicBezTo>
                    <a:pt x="513" y="662"/>
                    <a:pt x="660" y="514"/>
                    <a:pt x="660" y="331"/>
                  </a:cubicBezTo>
                  <a:cubicBezTo>
                    <a:pt x="660" y="149"/>
                    <a:pt x="513" y="0"/>
                    <a:pt x="331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62"/>
            <p:cNvSpPr/>
            <p:nvPr/>
          </p:nvSpPr>
          <p:spPr>
            <a:xfrm>
              <a:off x="5840605" y="3851832"/>
              <a:ext cx="77113" cy="77113"/>
            </a:xfrm>
            <a:custGeom>
              <a:avLst/>
              <a:gdLst/>
              <a:ahLst/>
              <a:cxnLst/>
              <a:rect l="l" t="t" r="r" b="b"/>
              <a:pathLst>
                <a:path w="1764" h="1764" extrusionOk="0">
                  <a:moveTo>
                    <a:pt x="883" y="0"/>
                  </a:moveTo>
                  <a:cubicBezTo>
                    <a:pt x="395" y="0"/>
                    <a:pt x="0" y="395"/>
                    <a:pt x="0" y="883"/>
                  </a:cubicBezTo>
                  <a:cubicBezTo>
                    <a:pt x="0" y="1369"/>
                    <a:pt x="395" y="1764"/>
                    <a:pt x="883" y="1764"/>
                  </a:cubicBezTo>
                  <a:cubicBezTo>
                    <a:pt x="1369" y="1764"/>
                    <a:pt x="1764" y="1369"/>
                    <a:pt x="1764" y="883"/>
                  </a:cubicBezTo>
                  <a:cubicBezTo>
                    <a:pt x="1764" y="395"/>
                    <a:pt x="1369" y="0"/>
                    <a:pt x="883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7" name="Google Shape;1287;p62"/>
          <p:cNvGrpSpPr/>
          <p:nvPr/>
        </p:nvGrpSpPr>
        <p:grpSpPr>
          <a:xfrm>
            <a:off x="1057976" y="3240880"/>
            <a:ext cx="1689947" cy="1513457"/>
            <a:chOff x="1057976" y="3240880"/>
            <a:chExt cx="1689947" cy="1513457"/>
          </a:xfrm>
        </p:grpSpPr>
        <p:grpSp>
          <p:nvGrpSpPr>
            <p:cNvPr id="1288" name="Google Shape;1288;p62"/>
            <p:cNvGrpSpPr/>
            <p:nvPr/>
          </p:nvGrpSpPr>
          <p:grpSpPr>
            <a:xfrm>
              <a:off x="1577618" y="4525795"/>
              <a:ext cx="690959" cy="228542"/>
              <a:chOff x="1868693" y="4307295"/>
              <a:chExt cx="690959" cy="228542"/>
            </a:xfrm>
          </p:grpSpPr>
          <p:sp>
            <p:nvSpPr>
              <p:cNvPr id="1289" name="Google Shape;1289;p62"/>
              <p:cNvSpPr/>
              <p:nvPr/>
            </p:nvSpPr>
            <p:spPr>
              <a:xfrm>
                <a:off x="1868693" y="4307295"/>
                <a:ext cx="690959" cy="228542"/>
              </a:xfrm>
              <a:custGeom>
                <a:avLst/>
                <a:gdLst/>
                <a:ahLst/>
                <a:cxnLst/>
                <a:rect l="l" t="t" r="r" b="b"/>
                <a:pathLst>
                  <a:path w="15806" h="5228" extrusionOk="0">
                    <a:moveTo>
                      <a:pt x="1" y="1"/>
                    </a:moveTo>
                    <a:lnTo>
                      <a:pt x="1" y="5228"/>
                    </a:lnTo>
                    <a:lnTo>
                      <a:pt x="15805" y="5228"/>
                    </a:lnTo>
                    <a:lnTo>
                      <a:pt x="15805" y="1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62"/>
              <p:cNvSpPr/>
              <p:nvPr/>
            </p:nvSpPr>
            <p:spPr>
              <a:xfrm>
                <a:off x="1918397" y="4363949"/>
                <a:ext cx="581410" cy="9180"/>
              </a:xfrm>
              <a:custGeom>
                <a:avLst/>
                <a:gdLst/>
                <a:ahLst/>
                <a:cxnLst/>
                <a:rect l="l" t="t" r="r" b="b"/>
                <a:pathLst>
                  <a:path w="13300" h="210" extrusionOk="0">
                    <a:moveTo>
                      <a:pt x="1" y="0"/>
                    </a:moveTo>
                    <a:lnTo>
                      <a:pt x="1" y="210"/>
                    </a:lnTo>
                    <a:lnTo>
                      <a:pt x="13299" y="210"/>
                    </a:lnTo>
                    <a:lnTo>
                      <a:pt x="13299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62"/>
              <p:cNvSpPr/>
              <p:nvPr/>
            </p:nvSpPr>
            <p:spPr>
              <a:xfrm>
                <a:off x="1918397" y="4410987"/>
                <a:ext cx="581410" cy="9180"/>
              </a:xfrm>
              <a:custGeom>
                <a:avLst/>
                <a:gdLst/>
                <a:ahLst/>
                <a:cxnLst/>
                <a:rect l="l" t="t" r="r" b="b"/>
                <a:pathLst>
                  <a:path w="13300" h="210" extrusionOk="0">
                    <a:moveTo>
                      <a:pt x="1" y="0"/>
                    </a:moveTo>
                    <a:lnTo>
                      <a:pt x="1" y="210"/>
                    </a:lnTo>
                    <a:lnTo>
                      <a:pt x="13299" y="210"/>
                    </a:lnTo>
                    <a:lnTo>
                      <a:pt x="13299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62"/>
              <p:cNvSpPr/>
              <p:nvPr/>
            </p:nvSpPr>
            <p:spPr>
              <a:xfrm>
                <a:off x="1918397" y="4458068"/>
                <a:ext cx="326026" cy="9136"/>
              </a:xfrm>
              <a:custGeom>
                <a:avLst/>
                <a:gdLst/>
                <a:ahLst/>
                <a:cxnLst/>
                <a:rect l="l" t="t" r="r" b="b"/>
                <a:pathLst>
                  <a:path w="7458" h="209" extrusionOk="0">
                    <a:moveTo>
                      <a:pt x="1" y="1"/>
                    </a:moveTo>
                    <a:lnTo>
                      <a:pt x="1" y="209"/>
                    </a:lnTo>
                    <a:lnTo>
                      <a:pt x="7458" y="209"/>
                    </a:lnTo>
                    <a:lnTo>
                      <a:pt x="7458" y="1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3" name="Google Shape;1293;p62"/>
            <p:cNvGrpSpPr/>
            <p:nvPr/>
          </p:nvGrpSpPr>
          <p:grpSpPr>
            <a:xfrm>
              <a:off x="1057976" y="3467311"/>
              <a:ext cx="426877" cy="228498"/>
              <a:chOff x="1812651" y="3300236"/>
              <a:chExt cx="426877" cy="228498"/>
            </a:xfrm>
          </p:grpSpPr>
          <p:sp>
            <p:nvSpPr>
              <p:cNvPr id="1294" name="Google Shape;1294;p62"/>
              <p:cNvSpPr/>
              <p:nvPr/>
            </p:nvSpPr>
            <p:spPr>
              <a:xfrm>
                <a:off x="1812651" y="3300236"/>
                <a:ext cx="426877" cy="228498"/>
              </a:xfrm>
              <a:custGeom>
                <a:avLst/>
                <a:gdLst/>
                <a:ahLst/>
                <a:cxnLst/>
                <a:rect l="l" t="t" r="r" b="b"/>
                <a:pathLst>
                  <a:path w="9765" h="5227" extrusionOk="0">
                    <a:moveTo>
                      <a:pt x="0" y="0"/>
                    </a:moveTo>
                    <a:lnTo>
                      <a:pt x="0" y="5227"/>
                    </a:lnTo>
                    <a:lnTo>
                      <a:pt x="9765" y="5227"/>
                    </a:lnTo>
                    <a:lnTo>
                      <a:pt x="9765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62"/>
              <p:cNvSpPr/>
              <p:nvPr/>
            </p:nvSpPr>
            <p:spPr>
              <a:xfrm>
                <a:off x="1843426" y="3356934"/>
                <a:ext cx="359206" cy="9180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210" extrusionOk="0">
                    <a:moveTo>
                      <a:pt x="0" y="0"/>
                    </a:moveTo>
                    <a:lnTo>
                      <a:pt x="0" y="209"/>
                    </a:lnTo>
                    <a:lnTo>
                      <a:pt x="8217" y="209"/>
                    </a:lnTo>
                    <a:lnTo>
                      <a:pt x="8217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62"/>
              <p:cNvSpPr/>
              <p:nvPr/>
            </p:nvSpPr>
            <p:spPr>
              <a:xfrm>
                <a:off x="1843426" y="3403884"/>
                <a:ext cx="359206" cy="9224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211" extrusionOk="0">
                    <a:moveTo>
                      <a:pt x="0" y="1"/>
                    </a:moveTo>
                    <a:lnTo>
                      <a:pt x="0" y="210"/>
                    </a:lnTo>
                    <a:lnTo>
                      <a:pt x="8217" y="210"/>
                    </a:lnTo>
                    <a:lnTo>
                      <a:pt x="8217" y="1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62"/>
              <p:cNvSpPr/>
              <p:nvPr/>
            </p:nvSpPr>
            <p:spPr>
              <a:xfrm>
                <a:off x="1843426" y="3451009"/>
                <a:ext cx="201395" cy="9136"/>
              </a:xfrm>
              <a:custGeom>
                <a:avLst/>
                <a:gdLst/>
                <a:ahLst/>
                <a:cxnLst/>
                <a:rect l="l" t="t" r="r" b="b"/>
                <a:pathLst>
                  <a:path w="4607" h="209" extrusionOk="0">
                    <a:moveTo>
                      <a:pt x="0" y="0"/>
                    </a:moveTo>
                    <a:lnTo>
                      <a:pt x="0" y="208"/>
                    </a:lnTo>
                    <a:lnTo>
                      <a:pt x="4606" y="208"/>
                    </a:lnTo>
                    <a:lnTo>
                      <a:pt x="4606" y="0"/>
                    </a:lnTo>
                    <a:close/>
                  </a:path>
                </a:pathLst>
              </a:custGeom>
              <a:solidFill>
                <a:srgbClr val="FFFFFF">
                  <a:alpha val="64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9" name="Google Shape;1299;p62"/>
            <p:cNvGrpSpPr/>
            <p:nvPr/>
          </p:nvGrpSpPr>
          <p:grpSpPr>
            <a:xfrm>
              <a:off x="1577629" y="3535670"/>
              <a:ext cx="1170294" cy="786205"/>
              <a:chOff x="7968015" y="473449"/>
              <a:chExt cx="712551" cy="478664"/>
            </a:xfrm>
          </p:grpSpPr>
          <p:sp>
            <p:nvSpPr>
              <p:cNvPr id="1300" name="Google Shape;1300;p62"/>
              <p:cNvSpPr/>
              <p:nvPr/>
            </p:nvSpPr>
            <p:spPr>
              <a:xfrm>
                <a:off x="7995367" y="502006"/>
                <a:ext cx="685199" cy="450107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4641" extrusionOk="0">
                    <a:moveTo>
                      <a:pt x="43" y="1"/>
                    </a:moveTo>
                    <a:cubicBezTo>
                      <a:pt x="21" y="1"/>
                      <a:pt x="1" y="21"/>
                      <a:pt x="1" y="43"/>
                    </a:cubicBezTo>
                    <a:lnTo>
                      <a:pt x="1" y="4598"/>
                    </a:lnTo>
                    <a:cubicBezTo>
                      <a:pt x="1" y="4622"/>
                      <a:pt x="19" y="4640"/>
                      <a:pt x="43" y="4640"/>
                    </a:cubicBezTo>
                    <a:lnTo>
                      <a:pt x="7022" y="4640"/>
                    </a:lnTo>
                    <a:cubicBezTo>
                      <a:pt x="7045" y="4640"/>
                      <a:pt x="7065" y="4624"/>
                      <a:pt x="7065" y="4598"/>
                    </a:cubicBezTo>
                    <a:lnTo>
                      <a:pt x="7065" y="43"/>
                    </a:lnTo>
                    <a:cubicBezTo>
                      <a:pt x="7065" y="21"/>
                      <a:pt x="7045" y="1"/>
                      <a:pt x="70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62"/>
              <p:cNvSpPr/>
              <p:nvPr/>
            </p:nvSpPr>
            <p:spPr>
              <a:xfrm>
                <a:off x="7968015" y="473449"/>
                <a:ext cx="685199" cy="450107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4641" extrusionOk="0">
                    <a:moveTo>
                      <a:pt x="43" y="1"/>
                    </a:moveTo>
                    <a:cubicBezTo>
                      <a:pt x="21" y="1"/>
                      <a:pt x="1" y="21"/>
                      <a:pt x="1" y="43"/>
                    </a:cubicBezTo>
                    <a:lnTo>
                      <a:pt x="1" y="4598"/>
                    </a:lnTo>
                    <a:cubicBezTo>
                      <a:pt x="1" y="4622"/>
                      <a:pt x="19" y="4640"/>
                      <a:pt x="43" y="4640"/>
                    </a:cubicBezTo>
                    <a:lnTo>
                      <a:pt x="7022" y="4640"/>
                    </a:lnTo>
                    <a:cubicBezTo>
                      <a:pt x="7045" y="4640"/>
                      <a:pt x="7065" y="4624"/>
                      <a:pt x="7065" y="4598"/>
                    </a:cubicBezTo>
                    <a:lnTo>
                      <a:pt x="7065" y="43"/>
                    </a:lnTo>
                    <a:cubicBezTo>
                      <a:pt x="7065" y="21"/>
                      <a:pt x="7045" y="1"/>
                      <a:pt x="70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62"/>
              <p:cNvSpPr/>
              <p:nvPr/>
            </p:nvSpPr>
            <p:spPr>
              <a:xfrm>
                <a:off x="7968015" y="473449"/>
                <a:ext cx="685199" cy="450107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4641" extrusionOk="0">
                    <a:moveTo>
                      <a:pt x="43" y="1"/>
                    </a:moveTo>
                    <a:cubicBezTo>
                      <a:pt x="21" y="1"/>
                      <a:pt x="1" y="21"/>
                      <a:pt x="1" y="43"/>
                    </a:cubicBezTo>
                    <a:lnTo>
                      <a:pt x="1" y="4598"/>
                    </a:lnTo>
                    <a:cubicBezTo>
                      <a:pt x="1" y="4622"/>
                      <a:pt x="19" y="4640"/>
                      <a:pt x="43" y="4640"/>
                    </a:cubicBezTo>
                    <a:lnTo>
                      <a:pt x="7022" y="4640"/>
                    </a:lnTo>
                    <a:cubicBezTo>
                      <a:pt x="7045" y="4640"/>
                      <a:pt x="7065" y="4624"/>
                      <a:pt x="7065" y="4598"/>
                    </a:cubicBezTo>
                    <a:lnTo>
                      <a:pt x="7065" y="43"/>
                    </a:lnTo>
                    <a:cubicBezTo>
                      <a:pt x="7065" y="21"/>
                      <a:pt x="7045" y="1"/>
                      <a:pt x="7022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48CE6">
                      <a:alpha val="3294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62"/>
              <p:cNvSpPr/>
              <p:nvPr/>
            </p:nvSpPr>
            <p:spPr>
              <a:xfrm>
                <a:off x="8001087" y="510207"/>
                <a:ext cx="619249" cy="187472"/>
              </a:xfrm>
              <a:custGeom>
                <a:avLst/>
                <a:gdLst/>
                <a:ahLst/>
                <a:cxnLst/>
                <a:rect l="l" t="t" r="r" b="b"/>
                <a:pathLst>
                  <a:path w="6385" h="1933" extrusionOk="0">
                    <a:moveTo>
                      <a:pt x="137" y="0"/>
                    </a:moveTo>
                    <a:cubicBezTo>
                      <a:pt x="95" y="0"/>
                      <a:pt x="56" y="22"/>
                      <a:pt x="35" y="62"/>
                    </a:cubicBezTo>
                    <a:cubicBezTo>
                      <a:pt x="1" y="121"/>
                      <a:pt x="22" y="193"/>
                      <a:pt x="80" y="224"/>
                    </a:cubicBezTo>
                    <a:lnTo>
                      <a:pt x="3126" y="1917"/>
                    </a:lnTo>
                    <a:cubicBezTo>
                      <a:pt x="3144" y="1927"/>
                      <a:pt x="3163" y="1932"/>
                      <a:pt x="3184" y="1932"/>
                    </a:cubicBezTo>
                    <a:lnTo>
                      <a:pt x="3201" y="1932"/>
                    </a:lnTo>
                    <a:cubicBezTo>
                      <a:pt x="3219" y="1932"/>
                      <a:pt x="3241" y="1927"/>
                      <a:pt x="3260" y="1917"/>
                    </a:cubicBezTo>
                    <a:lnTo>
                      <a:pt x="6306" y="224"/>
                    </a:lnTo>
                    <a:cubicBezTo>
                      <a:pt x="6363" y="193"/>
                      <a:pt x="6384" y="121"/>
                      <a:pt x="6352" y="62"/>
                    </a:cubicBezTo>
                    <a:cubicBezTo>
                      <a:pt x="6330" y="23"/>
                      <a:pt x="6290" y="1"/>
                      <a:pt x="6248" y="1"/>
                    </a:cubicBezTo>
                    <a:cubicBezTo>
                      <a:pt x="6228" y="1"/>
                      <a:pt x="6208" y="6"/>
                      <a:pt x="6189" y="16"/>
                    </a:cubicBezTo>
                    <a:lnTo>
                      <a:pt x="3192" y="1681"/>
                    </a:lnTo>
                    <a:lnTo>
                      <a:pt x="197" y="16"/>
                    </a:lnTo>
                    <a:cubicBezTo>
                      <a:pt x="178" y="5"/>
                      <a:pt x="157" y="0"/>
                      <a:pt x="13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  <a:alpha val="64600"/>
                    </a:srgbClr>
                  </a:gs>
                  <a:gs pos="100000">
                    <a:srgbClr val="4A77FF">
                      <a:alpha val="23137"/>
                      <a:alpha val="6460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07" name="Google Shape;1307;p62"/>
            <p:cNvSpPr/>
            <p:nvPr/>
          </p:nvSpPr>
          <p:spPr>
            <a:xfrm>
              <a:off x="2032982" y="3240880"/>
              <a:ext cx="53070" cy="53026"/>
            </a:xfrm>
            <a:custGeom>
              <a:avLst/>
              <a:gdLst/>
              <a:ahLst/>
              <a:cxnLst/>
              <a:rect l="l" t="t" r="r" b="b"/>
              <a:pathLst>
                <a:path w="1214" h="1213" extrusionOk="0">
                  <a:moveTo>
                    <a:pt x="607" y="1"/>
                  </a:moveTo>
                  <a:cubicBezTo>
                    <a:pt x="272" y="1"/>
                    <a:pt x="1" y="272"/>
                    <a:pt x="1" y="607"/>
                  </a:cubicBezTo>
                  <a:cubicBezTo>
                    <a:pt x="1" y="943"/>
                    <a:pt x="272" y="1213"/>
                    <a:pt x="607" y="1213"/>
                  </a:cubicBezTo>
                  <a:cubicBezTo>
                    <a:pt x="942" y="1213"/>
                    <a:pt x="1214" y="943"/>
                    <a:pt x="1214" y="607"/>
                  </a:cubicBezTo>
                  <a:cubicBezTo>
                    <a:pt x="1214" y="272"/>
                    <a:pt x="942" y="1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62"/>
            <p:cNvSpPr/>
            <p:nvPr/>
          </p:nvSpPr>
          <p:spPr>
            <a:xfrm>
              <a:off x="1270855" y="3801307"/>
              <a:ext cx="77113" cy="77113"/>
            </a:xfrm>
            <a:custGeom>
              <a:avLst/>
              <a:gdLst/>
              <a:ahLst/>
              <a:cxnLst/>
              <a:rect l="l" t="t" r="r" b="b"/>
              <a:pathLst>
                <a:path w="1764" h="1764" extrusionOk="0">
                  <a:moveTo>
                    <a:pt x="883" y="0"/>
                  </a:moveTo>
                  <a:cubicBezTo>
                    <a:pt x="395" y="0"/>
                    <a:pt x="0" y="395"/>
                    <a:pt x="0" y="883"/>
                  </a:cubicBezTo>
                  <a:cubicBezTo>
                    <a:pt x="0" y="1369"/>
                    <a:pt x="395" y="1764"/>
                    <a:pt x="883" y="1764"/>
                  </a:cubicBezTo>
                  <a:cubicBezTo>
                    <a:pt x="1369" y="1764"/>
                    <a:pt x="1764" y="1369"/>
                    <a:pt x="1764" y="883"/>
                  </a:cubicBezTo>
                  <a:cubicBezTo>
                    <a:pt x="1764" y="395"/>
                    <a:pt x="1369" y="0"/>
                    <a:pt x="883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62"/>
            <p:cNvSpPr/>
            <p:nvPr/>
          </p:nvSpPr>
          <p:spPr>
            <a:xfrm>
              <a:off x="1185466" y="3934990"/>
              <a:ext cx="28896" cy="28983"/>
            </a:xfrm>
            <a:custGeom>
              <a:avLst/>
              <a:gdLst/>
              <a:ahLst/>
              <a:cxnLst/>
              <a:rect l="l" t="t" r="r" b="b"/>
              <a:pathLst>
                <a:path w="661" h="663" extrusionOk="0">
                  <a:moveTo>
                    <a:pt x="331" y="0"/>
                  </a:moveTo>
                  <a:cubicBezTo>
                    <a:pt x="147" y="0"/>
                    <a:pt x="0" y="149"/>
                    <a:pt x="0" y="331"/>
                  </a:cubicBezTo>
                  <a:cubicBezTo>
                    <a:pt x="0" y="514"/>
                    <a:pt x="147" y="662"/>
                    <a:pt x="331" y="662"/>
                  </a:cubicBezTo>
                  <a:cubicBezTo>
                    <a:pt x="513" y="662"/>
                    <a:pt x="660" y="514"/>
                    <a:pt x="660" y="331"/>
                  </a:cubicBezTo>
                  <a:cubicBezTo>
                    <a:pt x="660" y="149"/>
                    <a:pt x="513" y="0"/>
                    <a:pt x="331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62"/>
            <p:cNvSpPr/>
            <p:nvPr/>
          </p:nvSpPr>
          <p:spPr>
            <a:xfrm>
              <a:off x="2520255" y="4466507"/>
              <a:ext cx="77113" cy="77113"/>
            </a:xfrm>
            <a:custGeom>
              <a:avLst/>
              <a:gdLst/>
              <a:ahLst/>
              <a:cxnLst/>
              <a:rect l="l" t="t" r="r" b="b"/>
              <a:pathLst>
                <a:path w="1764" h="1764" extrusionOk="0">
                  <a:moveTo>
                    <a:pt x="883" y="0"/>
                  </a:moveTo>
                  <a:cubicBezTo>
                    <a:pt x="395" y="0"/>
                    <a:pt x="0" y="395"/>
                    <a:pt x="0" y="883"/>
                  </a:cubicBezTo>
                  <a:cubicBezTo>
                    <a:pt x="0" y="1369"/>
                    <a:pt x="395" y="1764"/>
                    <a:pt x="883" y="1764"/>
                  </a:cubicBezTo>
                  <a:cubicBezTo>
                    <a:pt x="1369" y="1764"/>
                    <a:pt x="1764" y="1369"/>
                    <a:pt x="1764" y="883"/>
                  </a:cubicBezTo>
                  <a:cubicBezTo>
                    <a:pt x="1764" y="395"/>
                    <a:pt x="1369" y="0"/>
                    <a:pt x="883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62"/>
            <p:cNvSpPr/>
            <p:nvPr/>
          </p:nvSpPr>
          <p:spPr>
            <a:xfrm>
              <a:off x="2467182" y="4688255"/>
              <a:ext cx="53070" cy="53026"/>
            </a:xfrm>
            <a:custGeom>
              <a:avLst/>
              <a:gdLst/>
              <a:ahLst/>
              <a:cxnLst/>
              <a:rect l="l" t="t" r="r" b="b"/>
              <a:pathLst>
                <a:path w="1214" h="1213" extrusionOk="0">
                  <a:moveTo>
                    <a:pt x="607" y="1"/>
                  </a:moveTo>
                  <a:cubicBezTo>
                    <a:pt x="272" y="1"/>
                    <a:pt x="1" y="272"/>
                    <a:pt x="1" y="607"/>
                  </a:cubicBezTo>
                  <a:cubicBezTo>
                    <a:pt x="1" y="943"/>
                    <a:pt x="272" y="1213"/>
                    <a:pt x="607" y="1213"/>
                  </a:cubicBezTo>
                  <a:cubicBezTo>
                    <a:pt x="942" y="1213"/>
                    <a:pt x="1214" y="943"/>
                    <a:pt x="1214" y="607"/>
                  </a:cubicBezTo>
                  <a:cubicBezTo>
                    <a:pt x="1214" y="272"/>
                    <a:pt x="942" y="1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62"/>
            <p:cNvSpPr/>
            <p:nvPr/>
          </p:nvSpPr>
          <p:spPr>
            <a:xfrm>
              <a:off x="2717641" y="4625577"/>
              <a:ext cx="28896" cy="28983"/>
            </a:xfrm>
            <a:custGeom>
              <a:avLst/>
              <a:gdLst/>
              <a:ahLst/>
              <a:cxnLst/>
              <a:rect l="l" t="t" r="r" b="b"/>
              <a:pathLst>
                <a:path w="661" h="663" extrusionOk="0">
                  <a:moveTo>
                    <a:pt x="331" y="0"/>
                  </a:moveTo>
                  <a:cubicBezTo>
                    <a:pt x="147" y="0"/>
                    <a:pt x="0" y="149"/>
                    <a:pt x="0" y="331"/>
                  </a:cubicBezTo>
                  <a:cubicBezTo>
                    <a:pt x="0" y="514"/>
                    <a:pt x="147" y="662"/>
                    <a:pt x="331" y="662"/>
                  </a:cubicBezTo>
                  <a:cubicBezTo>
                    <a:pt x="513" y="662"/>
                    <a:pt x="660" y="514"/>
                    <a:pt x="660" y="331"/>
                  </a:cubicBezTo>
                  <a:cubicBezTo>
                    <a:pt x="660" y="149"/>
                    <a:pt x="513" y="0"/>
                    <a:pt x="331" y="0"/>
                  </a:cubicBezTo>
                  <a:close/>
                </a:path>
              </a:pathLst>
            </a:custGeom>
            <a:solidFill>
              <a:srgbClr val="FFFFFF">
                <a:alpha val="64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604;p71">
            <a:extLst>
              <a:ext uri="{FF2B5EF4-FFF2-40B4-BE49-F238E27FC236}">
                <a16:creationId xmlns:a16="http://schemas.microsoft.com/office/drawing/2014/main" id="{1C149CC7-1F79-6CE4-DF11-61464E1B5947}"/>
              </a:ext>
            </a:extLst>
          </p:cNvPr>
          <p:cNvSpPr/>
          <p:nvPr/>
        </p:nvSpPr>
        <p:spPr>
          <a:xfrm>
            <a:off x="8125221" y="3971426"/>
            <a:ext cx="699942" cy="7007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4D467-9505-9BE0-FFDF-9A780E54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268" y="4072798"/>
            <a:ext cx="439734" cy="439734"/>
          </a:xfrm>
          <a:prstGeom prst="rect">
            <a:avLst/>
          </a:prstGeom>
        </p:spPr>
      </p:pic>
      <p:sp>
        <p:nvSpPr>
          <p:cNvPr id="6" name="Google Shape;1604;p71">
            <a:extLst>
              <a:ext uri="{FF2B5EF4-FFF2-40B4-BE49-F238E27FC236}">
                <a16:creationId xmlns:a16="http://schemas.microsoft.com/office/drawing/2014/main" id="{87B003AB-83DD-D58F-86B5-4F747EA3DC26}"/>
              </a:ext>
            </a:extLst>
          </p:cNvPr>
          <p:cNvSpPr/>
          <p:nvPr/>
        </p:nvSpPr>
        <p:spPr>
          <a:xfrm>
            <a:off x="6045273" y="3341189"/>
            <a:ext cx="699942" cy="7007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7A4DEB-E913-C672-6CF2-C306757D5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974" y="3473068"/>
            <a:ext cx="492832" cy="4647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A46B5-FE9F-8DAD-F30C-7F80B6AEA108}"/>
              </a:ext>
            </a:extLst>
          </p:cNvPr>
          <p:cNvSpPr txBox="1"/>
          <p:nvPr/>
        </p:nvSpPr>
        <p:spPr>
          <a:xfrm>
            <a:off x="5954989" y="3290900"/>
            <a:ext cx="933307" cy="307777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r>
              <a:rPr lang="en-US" b="1" dirty="0">
                <a:solidFill>
                  <a:srgbClr val="EE1B24"/>
                </a:solidFill>
                <a:latin typeface="Montserrat SemiBold" panose="00000700000000000000" pitchFamily="2" charset="0"/>
              </a:rPr>
              <a:t>    SPAM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1A2E3-9D72-6203-4BDC-D983326C42F1}"/>
              </a:ext>
            </a:extLst>
          </p:cNvPr>
          <p:cNvSpPr txBox="1"/>
          <p:nvPr/>
        </p:nvSpPr>
        <p:spPr>
          <a:xfrm>
            <a:off x="8029459" y="3919178"/>
            <a:ext cx="933307" cy="30777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046078"/>
              </a:avLst>
            </a:prstTxWarp>
            <a:spAutoFit/>
          </a:bodyPr>
          <a:lstStyle/>
          <a:p>
            <a:r>
              <a:rPr lang="en-US" b="1" dirty="0">
                <a:solidFill>
                  <a:srgbClr val="00B538"/>
                </a:solidFill>
                <a:latin typeface="Montserrat SemiBold" panose="00000700000000000000" pitchFamily="2" charset="0"/>
              </a:rPr>
              <a:t>      HAM</a:t>
            </a:r>
          </a:p>
        </p:txBody>
      </p:sp>
      <p:sp>
        <p:nvSpPr>
          <p:cNvPr id="10" name="Google Shape;1604;p71">
            <a:extLst>
              <a:ext uri="{FF2B5EF4-FFF2-40B4-BE49-F238E27FC236}">
                <a16:creationId xmlns:a16="http://schemas.microsoft.com/office/drawing/2014/main" id="{5BE9C966-CE30-F4E3-5760-45B4C78B86AA}"/>
              </a:ext>
            </a:extLst>
          </p:cNvPr>
          <p:cNvSpPr/>
          <p:nvPr/>
        </p:nvSpPr>
        <p:spPr>
          <a:xfrm>
            <a:off x="2531338" y="3112536"/>
            <a:ext cx="699942" cy="700775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47625" dir="780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758;p71">
            <a:extLst>
              <a:ext uri="{FF2B5EF4-FFF2-40B4-BE49-F238E27FC236}">
                <a16:creationId xmlns:a16="http://schemas.microsoft.com/office/drawing/2014/main" id="{D5D967C7-6003-5E21-3327-31615A0F17D5}"/>
              </a:ext>
            </a:extLst>
          </p:cNvPr>
          <p:cNvGrpSpPr/>
          <p:nvPr/>
        </p:nvGrpSpPr>
        <p:grpSpPr>
          <a:xfrm>
            <a:off x="2699392" y="3295489"/>
            <a:ext cx="367677" cy="279320"/>
            <a:chOff x="2973862" y="3064624"/>
            <a:chExt cx="314863" cy="238913"/>
          </a:xfrm>
        </p:grpSpPr>
        <p:sp>
          <p:nvSpPr>
            <p:cNvPr id="12" name="Google Shape;1759;p71">
              <a:extLst>
                <a:ext uri="{FF2B5EF4-FFF2-40B4-BE49-F238E27FC236}">
                  <a16:creationId xmlns:a16="http://schemas.microsoft.com/office/drawing/2014/main" id="{91AF5E6F-8B25-6F0B-0BE2-90EF1F966722}"/>
                </a:ext>
              </a:extLst>
            </p:cNvPr>
            <p:cNvSpPr/>
            <p:nvPr/>
          </p:nvSpPr>
          <p:spPr>
            <a:xfrm>
              <a:off x="2973862" y="3064624"/>
              <a:ext cx="314863" cy="238913"/>
            </a:xfrm>
            <a:custGeom>
              <a:avLst/>
              <a:gdLst/>
              <a:ahLst/>
              <a:cxnLst/>
              <a:rect l="l" t="t" r="r" b="b"/>
              <a:pathLst>
                <a:path w="9394" h="7128" extrusionOk="0">
                  <a:moveTo>
                    <a:pt x="8243" y="549"/>
                  </a:moveTo>
                  <a:lnTo>
                    <a:pt x="8243" y="5269"/>
                  </a:lnTo>
                  <a:lnTo>
                    <a:pt x="5290" y="5269"/>
                  </a:lnTo>
                  <a:lnTo>
                    <a:pt x="5290" y="5647"/>
                  </a:lnTo>
                  <a:lnTo>
                    <a:pt x="4106" y="5647"/>
                  </a:lnTo>
                  <a:lnTo>
                    <a:pt x="4106" y="5269"/>
                  </a:lnTo>
                  <a:lnTo>
                    <a:pt x="1153" y="5269"/>
                  </a:lnTo>
                  <a:lnTo>
                    <a:pt x="1153" y="549"/>
                  </a:lnTo>
                  <a:close/>
                  <a:moveTo>
                    <a:pt x="8845" y="5820"/>
                  </a:moveTo>
                  <a:lnTo>
                    <a:pt x="8845" y="6576"/>
                  </a:lnTo>
                  <a:lnTo>
                    <a:pt x="551" y="6576"/>
                  </a:lnTo>
                  <a:lnTo>
                    <a:pt x="551" y="5820"/>
                  </a:lnTo>
                  <a:lnTo>
                    <a:pt x="3555" y="5820"/>
                  </a:lnTo>
                  <a:lnTo>
                    <a:pt x="3555" y="6197"/>
                  </a:lnTo>
                  <a:lnTo>
                    <a:pt x="3555" y="6219"/>
                  </a:lnTo>
                  <a:lnTo>
                    <a:pt x="5840" y="6219"/>
                  </a:lnTo>
                  <a:lnTo>
                    <a:pt x="5840" y="6197"/>
                  </a:lnTo>
                  <a:lnTo>
                    <a:pt x="5840" y="5820"/>
                  </a:lnTo>
                  <a:close/>
                  <a:moveTo>
                    <a:pt x="601" y="0"/>
                  </a:moveTo>
                  <a:lnTo>
                    <a:pt x="601" y="5271"/>
                  </a:lnTo>
                  <a:lnTo>
                    <a:pt x="1" y="5271"/>
                  </a:lnTo>
                  <a:lnTo>
                    <a:pt x="1" y="7127"/>
                  </a:lnTo>
                  <a:lnTo>
                    <a:pt x="9394" y="7127"/>
                  </a:lnTo>
                  <a:lnTo>
                    <a:pt x="9394" y="5271"/>
                  </a:lnTo>
                  <a:lnTo>
                    <a:pt x="8793" y="5271"/>
                  </a:lnTo>
                  <a:lnTo>
                    <a:pt x="87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60;p71">
              <a:extLst>
                <a:ext uri="{FF2B5EF4-FFF2-40B4-BE49-F238E27FC236}">
                  <a16:creationId xmlns:a16="http://schemas.microsoft.com/office/drawing/2014/main" id="{8C14600F-C60A-C519-33C1-F2AC724E0231}"/>
                </a:ext>
              </a:extLst>
            </p:cNvPr>
            <p:cNvSpPr/>
            <p:nvPr/>
          </p:nvSpPr>
          <p:spPr>
            <a:xfrm>
              <a:off x="3043276" y="3102599"/>
              <a:ext cx="176034" cy="120194"/>
            </a:xfrm>
            <a:custGeom>
              <a:avLst/>
              <a:gdLst/>
              <a:ahLst/>
              <a:cxnLst/>
              <a:rect l="l" t="t" r="r" b="b"/>
              <a:pathLst>
                <a:path w="5252" h="3586" extrusionOk="0">
                  <a:moveTo>
                    <a:pt x="4221" y="551"/>
                  </a:moveTo>
                  <a:lnTo>
                    <a:pt x="2626" y="1861"/>
                  </a:lnTo>
                  <a:lnTo>
                    <a:pt x="1029" y="551"/>
                  </a:lnTo>
                  <a:close/>
                  <a:moveTo>
                    <a:pt x="551" y="869"/>
                  </a:moveTo>
                  <a:lnTo>
                    <a:pt x="1768" y="1867"/>
                  </a:lnTo>
                  <a:lnTo>
                    <a:pt x="551" y="2764"/>
                  </a:lnTo>
                  <a:lnTo>
                    <a:pt x="551" y="869"/>
                  </a:lnTo>
                  <a:close/>
                  <a:moveTo>
                    <a:pt x="4701" y="871"/>
                  </a:moveTo>
                  <a:lnTo>
                    <a:pt x="4701" y="2766"/>
                  </a:lnTo>
                  <a:lnTo>
                    <a:pt x="3485" y="1869"/>
                  </a:lnTo>
                  <a:lnTo>
                    <a:pt x="4701" y="871"/>
                  </a:lnTo>
                  <a:close/>
                  <a:moveTo>
                    <a:pt x="3046" y="2228"/>
                  </a:moveTo>
                  <a:lnTo>
                    <a:pt x="4139" y="3036"/>
                  </a:lnTo>
                  <a:lnTo>
                    <a:pt x="1113" y="3036"/>
                  </a:lnTo>
                  <a:lnTo>
                    <a:pt x="2206" y="2228"/>
                  </a:lnTo>
                  <a:lnTo>
                    <a:pt x="2626" y="2573"/>
                  </a:lnTo>
                  <a:lnTo>
                    <a:pt x="3046" y="2228"/>
                  </a:lnTo>
                  <a:close/>
                  <a:moveTo>
                    <a:pt x="0" y="0"/>
                  </a:moveTo>
                  <a:lnTo>
                    <a:pt x="0" y="3586"/>
                  </a:lnTo>
                  <a:lnTo>
                    <a:pt x="5252" y="3586"/>
                  </a:lnTo>
                  <a:lnTo>
                    <a:pt x="5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Email Marketing Social Media Strategy by Slidesgo">
  <a:themeElements>
    <a:clrScheme name="Simple Light">
      <a:dk1>
        <a:srgbClr val="000000"/>
      </a:dk1>
      <a:lt1>
        <a:srgbClr val="375FD8"/>
      </a:lt1>
      <a:dk2>
        <a:srgbClr val="FFFFFF"/>
      </a:dk2>
      <a:lt2>
        <a:srgbClr val="F48CE6"/>
      </a:lt2>
      <a:accent1>
        <a:srgbClr val="39C4FF"/>
      </a:accent1>
      <a:accent2>
        <a:srgbClr val="B3C9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308</Words>
  <Application>Microsoft Office PowerPoint</Application>
  <PresentationFormat>On-screen Show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Didact Gothic</vt:lpstr>
      <vt:lpstr>Courier New</vt:lpstr>
      <vt:lpstr>Arial</vt:lpstr>
      <vt:lpstr>Montserrat SemiBold</vt:lpstr>
      <vt:lpstr>Montserrat Black</vt:lpstr>
      <vt:lpstr>Email Marketing Social Media Strategy by Slidesgo</vt:lpstr>
      <vt:lpstr>Tehnici de Machine Learning pentru asigurarea securității datelor (Anti-spam)</vt:lpstr>
      <vt:lpstr>01</vt:lpstr>
      <vt:lpstr>Introducere &amp; Motivație</vt:lpstr>
      <vt:lpstr>Fundamente Teoretice</vt:lpstr>
      <vt:lpstr>Arhitectura Sistemului</vt:lpstr>
      <vt:lpstr>Implementare &amp; Interfață</vt:lpstr>
      <vt:lpstr>PowerPoint Presentation</vt:lpstr>
      <vt:lpstr>Vă mulțumim pentru atenție!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Tehnici de Machine Learning pentru asigurarea securității datelor (Anti-spam)</dc:title>
  <cp:lastModifiedBy>tr</cp:lastModifiedBy>
  <cp:revision>29</cp:revision>
  <dcterms:modified xsi:type="dcterms:W3CDTF">2026-01-21T12:23:32Z</dcterms:modified>
</cp:coreProperties>
</file>